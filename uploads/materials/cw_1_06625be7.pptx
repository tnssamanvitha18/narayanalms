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29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137.xml"/>
  <Override ContentType="application/vnd.openxmlformats-officedocument.presentationml.slideLayout+xml" PartName="/ppt/slideLayouts/slideLayout96.xml"/>
  <Override ContentType="application/vnd.openxmlformats-officedocument.presentationml.slideLayout+xml" PartName="/ppt/slideLayouts/slideLayout110.xml"/>
  <Override ContentType="application/vnd.openxmlformats-officedocument.presentationml.slideLayout+xml" PartName="/ppt/slideLayouts/slideLayout153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145.xml"/>
  <Override ContentType="application/vnd.openxmlformats-officedocument.presentationml.slideLayout+xml" PartName="/ppt/slideLayouts/slideLayout196.xml"/>
  <Override ContentType="application/vnd.openxmlformats-officedocument.presentationml.slideLayout+xml" PartName="/ppt/slideLayouts/slideLayout102.xml"/>
  <Override ContentType="application/vnd.openxmlformats-officedocument.presentationml.slideLayout+xml" PartName="/ppt/slideLayouts/slideLayout188.xml"/>
  <Override ContentType="application/vnd.openxmlformats-officedocument.presentationml.slideLayout+xml" PartName="/ppt/slideLayouts/slideLayout165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12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17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8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92.xml"/>
  <Override ContentType="application/vnd.openxmlformats-officedocument.presentationml.slideLayout+xml" PartName="/ppt/slideLayouts/slideLayout150.xml"/>
  <Override ContentType="application/vnd.openxmlformats-officedocument.presentationml.slideLayout+xml" PartName="/ppt/slideLayouts/slideLayout193.xml"/>
  <Override ContentType="application/vnd.openxmlformats-officedocument.presentationml.slideLayout+xml" PartName="/ppt/slideLayouts/slideLayout185.xml"/>
  <Override ContentType="application/vnd.openxmlformats-officedocument.presentationml.slideLayout+xml" PartName="/ppt/slideLayouts/slideLayout133.xml"/>
  <Override ContentType="application/vnd.openxmlformats-officedocument.presentationml.slideLayout+xml" PartName="/ppt/slideLayouts/slideLayout176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149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10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57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114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61.xml"/>
  <Override ContentType="application/vnd.openxmlformats-officedocument.presentationml.slideLayout+xml" PartName="/ppt/slideLayouts/slideLayout172.xml"/>
  <Override ContentType="application/vnd.openxmlformats-officedocument.presentationml.slideLayout+xml" PartName="/ppt/slideLayouts/slideLayout142.xml"/>
  <Override ContentType="application/vnd.openxmlformats-officedocument.presentationml.slideLayout+xml" PartName="/ppt/slideLayouts/slideLayout125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16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189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146.xml"/>
  <Override ContentType="application/vnd.openxmlformats-officedocument.presentationml.slideLayout+xml" PartName="/ppt/slideLayouts/slideLayout103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12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80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95.xml"/>
  <Override ContentType="application/vnd.openxmlformats-officedocument.presentationml.slideLayout+xml" PartName="/ppt/slideLayouts/slideLayout16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99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152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8.xml"/>
  <Override ContentType="application/vnd.openxmlformats-officedocument.presentationml.slideLayout+xml" PartName="/ppt/slideLayouts/slideLayout195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202.xml"/>
  <Override ContentType="application/vnd.openxmlformats-officedocument.presentationml.slideLayout+xml" PartName="/ppt/slideLayouts/slideLayout177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134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184.xml"/>
  <Override ContentType="application/vnd.openxmlformats-officedocument.presentationml.slideLayout+xml" PartName="/ppt/slideLayouts/slideLayout14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7.xml"/>
  <Override ContentType="application/vnd.openxmlformats-officedocument.presentationml.slideLayout+xml" PartName="/ppt/slideLayouts/slideLayout107.xml"/>
  <Override ContentType="application/vnd.openxmlformats-officedocument.presentationml.slideLayout+xml" PartName="/ppt/slideLayouts/slideLayout124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91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203.xml"/>
  <Override ContentType="application/vnd.openxmlformats-officedocument.presentationml.slideLayout+xml" PartName="/ppt/slideLayouts/slideLayout190.xml"/>
  <Override ContentType="application/vnd.openxmlformats-officedocument.presentationml.slideLayout+xml" PartName="/ppt/slideLayouts/slideLayout130.xml"/>
  <Override ContentType="application/vnd.openxmlformats-officedocument.presentationml.slideLayout+xml" PartName="/ppt/slideLayouts/slideLayout113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139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156.xml"/>
  <Override ContentType="application/vnd.openxmlformats-officedocument.presentationml.slideLayout+xml" PartName="/ppt/slideLayouts/slideLayout199.xml"/>
  <Override ContentType="application/vnd.openxmlformats-officedocument.presentationml.slideLayout+xml" PartName="/ppt/slideLayouts/slideLayout173.xml"/>
  <Override ContentType="application/vnd.openxmlformats-officedocument.presentationml.slideLayout+xml" PartName="/ppt/slideLayouts/slideLayout171.xml"/>
  <Override ContentType="application/vnd.openxmlformats-officedocument.presentationml.slideLayout+xml" PartName="/ppt/slideLayouts/slideLayout198.xml"/>
  <Override ContentType="application/vnd.openxmlformats-officedocument.presentationml.slideLayout+xml" PartName="/ppt/slideLayouts/slideLayout120.xml"/>
  <Override ContentType="application/vnd.openxmlformats-officedocument.presentationml.slideLayout+xml" PartName="/ppt/slideLayouts/slideLayout163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98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19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178.xml"/>
  <Override ContentType="application/vnd.openxmlformats-officedocument.presentationml.slideLayout+xml" PartName="/ppt/slideLayouts/slideLayout135.xml"/>
  <Override ContentType="application/vnd.openxmlformats-officedocument.presentationml.slideLayout+xml" PartName="/ppt/slideLayouts/slideLayout104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147.xml"/>
  <Override ContentType="application/vnd.openxmlformats-officedocument.presentationml.slideLayout+xml" PartName="/ppt/slideLayouts/slideLayout194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151.xml"/>
  <Override ContentType="application/vnd.openxmlformats-officedocument.presentationml.slideLayout+xml" PartName="/ppt/slideLayouts/slideLayout201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59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116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83.xml"/>
  <Override ContentType="application/vnd.openxmlformats-officedocument.presentationml.slideLayout+xml" PartName="/ppt/slideLayouts/slideLayout166.xml"/>
  <Override ContentType="application/vnd.openxmlformats-officedocument.presentationml.slideLayout+xml" PartName="/ppt/slideLayouts/slideLayout140.xml"/>
  <Override ContentType="application/vnd.openxmlformats-officedocument.presentationml.slideLayout+xml" PartName="/ppt/slideLayouts/slideLayout90.xml"/>
  <Override ContentType="application/vnd.openxmlformats-officedocument.presentationml.slideLayout+xml" PartName="/ppt/slideLayouts/slideLayout12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127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94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74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144.xml"/>
  <Override ContentType="application/vnd.openxmlformats-officedocument.presentationml.slideLayout+xml" PartName="/ppt/slideLayouts/slideLayout131.xml"/>
  <Override ContentType="application/vnd.openxmlformats-officedocument.presentationml.slideLayout+xml" PartName="/ppt/slideLayouts/slideLayout187.xml"/>
  <Override ContentType="application/vnd.openxmlformats-officedocument.presentationml.slideLayout+xml" PartName="/ppt/slideLayouts/slideLayout191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155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112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108.xml"/>
  <Override ContentType="application/vnd.openxmlformats-officedocument.presentationml.slideLayout+xml" PartName="/ppt/slideLayouts/slideLayout138.xml"/>
  <Override ContentType="application/vnd.openxmlformats-officedocument.presentationml.slideLayout+xml" PartName="/ppt/slideLayouts/slideLayout32.xml"/>
  <Override ContentType="application/vnd.openxmlformats-officedocument.presentationml.slideLayout+xml" PartName="/ppt/slideLayouts/slideLayout200.xml"/>
  <Override ContentType="application/vnd.openxmlformats-officedocument.presentationml.slideLayout+xml" PartName="/ppt/slideLayouts/slideLayout97.xml"/>
  <Override ContentType="application/vnd.openxmlformats-officedocument.presentationml.slideLayout+xml" PartName="/ppt/slideLayouts/slideLayout111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54.xml"/>
  <Override ContentType="application/vnd.openxmlformats-officedocument.presentationml.slideLayout+xml" PartName="/ppt/slideLayouts/slideLayout19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170.xml"/>
  <Override ContentType="application/vnd.openxmlformats-officedocument.presentationml.slideLayout+xml" PartName="/ppt/slideLayouts/slideLayout101.xml"/>
  <Override ContentType="application/vnd.openxmlformats-officedocument.presentationml.slideLayout+xml" PartName="/ppt/slideLayouts/slideLayout179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136.xml"/>
  <Override ContentType="application/vnd.openxmlformats-officedocument.presentationml.slideLayout+xml" PartName="/ppt/slideLayouts/slideLayout105.xml"/>
  <Override ContentType="application/vnd.openxmlformats-officedocument.presentationml.slideLayout+xml" PartName="/ppt/slideLayouts/slideLayout182.xml"/>
  <Override ContentType="application/vnd.openxmlformats-officedocument.presentationml.slideLayout+xml" PartName="/ppt/slideLayouts/slideLayout148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16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121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109.xml"/>
  <Override ContentType="application/vnd.openxmlformats-officedocument.presentationml.slideLayout+xml" PartName="/ppt/slideLayouts/slideLayout158.xml"/>
  <Override ContentType="application/vnd.openxmlformats-officedocument.presentationml.slideLayout+xml" PartName="/ppt/slideLayouts/slideLayout115.xml"/>
  <Override ContentType="application/vnd.openxmlformats-officedocument.presentationml.slideLayout+xml" PartName="/ppt/slideLayouts/slideLayout192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132.xml"/>
  <Override ContentType="application/vnd.openxmlformats-officedocument.presentationml.slideLayout+xml" PartName="/ppt/slideLayouts/slideLayout175.xml"/>
  <Override ContentType="application/vnd.openxmlformats-officedocument.presentationml.slideLayout+xml" PartName="/ppt/slideLayouts/slideLayout100.xml"/>
  <Override ContentType="application/vnd.openxmlformats-officedocument.presentationml.slideLayout+xml" PartName="/ppt/slideLayouts/slideLayout143.xml"/>
  <Override ContentType="application/vnd.openxmlformats-officedocument.presentationml.slideLayout+xml" PartName="/ppt/slideLayouts/slideLayout126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69.xml"/>
  <Override ContentType="application/vnd.openxmlformats-officedocument.presentationml.slideLayout+xml" PartName="/ppt/slideLayouts/slideLayout93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86.xml"/>
  <Override ContentType="application/vnd.openxmlformats-officedocument.presentationml.slideLayout+xml" PartName="/ppt/slideLayouts/slideLayout160.xml"/>
  <Override ContentType="application/vnd.openxmlformats-officedocument.presentationml.slideMaster+xml" PartName="/ppt/slideMasters/slideMaster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9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7.xml"/>
  <Override ContentType="application/vnd.openxmlformats-officedocument.presentationml.slideMaster+xml" PartName="/ppt/slideMasters/slideMaster6.xml"/>
  <Override ContentType="application/vnd.openxmlformats-officedocument.presentationml.slideMaster+xml" PartName="/ppt/slideMasters/slideMaster5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7.xml"/>
  <Override ContentType="application/vnd.openxmlformats-officedocument.theme+xml" PartName="/ppt/theme/theme6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theme+xml" PartName="/ppt/theme/theme8.xml"/>
  <Override ContentType="application/vnd.openxmlformats-officedocument.theme+xml" PartName="/ppt/theme/theme10.xml"/>
  <Override ContentType="application/vnd.openxmlformats-officedocument.theme+xml" PartName="/ppt/theme/theme9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851" r:id="rId5"/>
    <p:sldMasterId id="2147483852" r:id="rId6"/>
    <p:sldMasterId id="2147483853" r:id="rId7"/>
    <p:sldMasterId id="2147483854" r:id="rId8"/>
    <p:sldMasterId id="2147483855" r:id="rId9"/>
    <p:sldMasterId id="2147483856" r:id="rId10"/>
    <p:sldMasterId id="2147483857" r:id="rId11"/>
    <p:sldMasterId id="2147483858" r:id="rId12"/>
    <p:sldMasterId id="2147483859" r:id="rId13"/>
  </p:sldMasterIdLst>
  <p:notesMasterIdLst>
    <p:notesMasterId r:id="rId14"/>
  </p:notesMasterIdLst>
  <p:sldIdLst>
    <p:sldId id="256" r:id="rId15"/>
    <p:sldId id="257" r:id="rId16"/>
    <p:sldId id="258" r:id="rId17"/>
    <p:sldId id="259" r:id="rId18"/>
    <p:sldId id="260" r:id="rId19"/>
    <p:sldId id="261" r:id="rId20"/>
    <p:sldId id="262" r:id="rId21"/>
    <p:sldId id="263" r:id="rId22"/>
    <p:sldId id="264" r:id="rId23"/>
    <p:sldId id="265" r:id="rId24"/>
    <p:sldId id="266" r:id="rId25"/>
    <p:sldId id="267" r:id="rId26"/>
    <p:sldId id="268" r:id="rId27"/>
    <p:sldId id="269" r:id="rId28"/>
    <p:sldId id="270" r:id="rId29"/>
    <p:sldId id="271" r:id="rId30"/>
    <p:sldId id="272" r:id="rId31"/>
    <p:sldId id="273" r:id="rId32"/>
    <p:sldId id="274" r:id="rId33"/>
    <p:sldId id="275" r:id="rId34"/>
    <p:sldId id="276" r:id="rId35"/>
    <p:sldId id="277" r:id="rId36"/>
    <p:sldId id="278" r:id="rId37"/>
    <p:sldId id="279" r:id="rId38"/>
    <p:sldId id="280" r:id="rId39"/>
    <p:sldId id="281" r:id="rId40"/>
    <p:sldId id="282" r:id="rId41"/>
  </p:sldIdLst>
  <p:sldSz cy="5143500" cx="9144000"/>
  <p:notesSz cx="6858000" cy="9144000"/>
  <p:embeddedFontLst>
    <p:embeddedFont>
      <p:font typeface="Mulish"/>
      <p:regular r:id="rId42"/>
      <p:bold r:id="rId43"/>
      <p:italic r:id="rId44"/>
      <p:boldItalic r:id="rId45"/>
    </p:embeddedFont>
    <p:embeddedFont>
      <p:font typeface="Proxima Nova"/>
      <p:regular r:id="rId46"/>
      <p:bold r:id="rId47"/>
      <p:italic r:id="rId48"/>
      <p:boldItalic r:id="rId49"/>
    </p:embeddedFont>
    <p:embeddedFont>
      <p:font typeface="Bebas Neue"/>
      <p:regular r:id="rId50"/>
    </p:embeddedFont>
    <p:embeddedFont>
      <p:font typeface="Quicksand"/>
      <p:regular r:id="rId51"/>
      <p:bold r:id="rId52"/>
    </p:embeddedFont>
    <p:embeddedFont>
      <p:font typeface="PT Sans"/>
      <p:regular r:id="rId53"/>
      <p:bold r:id="rId54"/>
      <p:italic r:id="rId55"/>
      <p:boldItalic r:id="rId56"/>
    </p:embeddedFont>
    <p:embeddedFont>
      <p:font typeface="DM Sans"/>
      <p:regular r:id="rId57"/>
      <p:bold r:id="rId58"/>
      <p:italic r:id="rId59"/>
      <p:boldItalic r:id="rId6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39DEF24-82CC-4DB3-9029-414D3938314F}">
  <a:tblStyle styleId="{D39DEF24-82CC-4DB3-9029-414D3938314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26.xml"/><Relationship Id="rId42" Type="http://schemas.openxmlformats.org/officeDocument/2006/relationships/font" Target="fonts/Mulish-regular.fntdata"/><Relationship Id="rId41" Type="http://schemas.openxmlformats.org/officeDocument/2006/relationships/slide" Target="slides/slide27.xml"/><Relationship Id="rId44" Type="http://schemas.openxmlformats.org/officeDocument/2006/relationships/font" Target="fonts/Mulish-italic.fntdata"/><Relationship Id="rId43" Type="http://schemas.openxmlformats.org/officeDocument/2006/relationships/font" Target="fonts/Mulish-bold.fntdata"/><Relationship Id="rId46" Type="http://schemas.openxmlformats.org/officeDocument/2006/relationships/font" Target="fonts/ProximaNova-regular.fntdata"/><Relationship Id="rId45" Type="http://schemas.openxmlformats.org/officeDocument/2006/relationships/font" Target="fonts/Mulish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Master" Target="slideMasters/slideMaster5.xml"/><Relationship Id="rId48" Type="http://schemas.openxmlformats.org/officeDocument/2006/relationships/font" Target="fonts/ProximaNova-italic.fntdata"/><Relationship Id="rId47" Type="http://schemas.openxmlformats.org/officeDocument/2006/relationships/font" Target="fonts/ProximaNova-bold.fntdata"/><Relationship Id="rId49" Type="http://schemas.openxmlformats.org/officeDocument/2006/relationships/font" Target="fonts/ProximaNova-boldItalic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slideMaster" Target="slideMasters/slideMaster3.xml"/><Relationship Id="rId8" Type="http://schemas.openxmlformats.org/officeDocument/2006/relationships/slideMaster" Target="slideMasters/slideMaster4.xml"/><Relationship Id="rId31" Type="http://schemas.openxmlformats.org/officeDocument/2006/relationships/slide" Target="slides/slide17.xml"/><Relationship Id="rId30" Type="http://schemas.openxmlformats.org/officeDocument/2006/relationships/slide" Target="slides/slide16.xml"/><Relationship Id="rId33" Type="http://schemas.openxmlformats.org/officeDocument/2006/relationships/slide" Target="slides/slide19.xml"/><Relationship Id="rId32" Type="http://schemas.openxmlformats.org/officeDocument/2006/relationships/slide" Target="slides/slide18.xml"/><Relationship Id="rId35" Type="http://schemas.openxmlformats.org/officeDocument/2006/relationships/slide" Target="slides/slide21.xml"/><Relationship Id="rId34" Type="http://schemas.openxmlformats.org/officeDocument/2006/relationships/slide" Target="slides/slide20.xml"/><Relationship Id="rId37" Type="http://schemas.openxmlformats.org/officeDocument/2006/relationships/slide" Target="slides/slide23.xml"/><Relationship Id="rId36" Type="http://schemas.openxmlformats.org/officeDocument/2006/relationships/slide" Target="slides/slide22.xml"/><Relationship Id="rId39" Type="http://schemas.openxmlformats.org/officeDocument/2006/relationships/slide" Target="slides/slide25.xml"/><Relationship Id="rId38" Type="http://schemas.openxmlformats.org/officeDocument/2006/relationships/slide" Target="slides/slide24.xml"/><Relationship Id="rId20" Type="http://schemas.openxmlformats.org/officeDocument/2006/relationships/slide" Target="slides/slide6.xml"/><Relationship Id="rId22" Type="http://schemas.openxmlformats.org/officeDocument/2006/relationships/slide" Target="slides/slide8.xml"/><Relationship Id="rId21" Type="http://schemas.openxmlformats.org/officeDocument/2006/relationships/slide" Target="slides/slide7.xml"/><Relationship Id="rId24" Type="http://schemas.openxmlformats.org/officeDocument/2006/relationships/slide" Target="slides/slide10.xml"/><Relationship Id="rId23" Type="http://schemas.openxmlformats.org/officeDocument/2006/relationships/slide" Target="slides/slide9.xml"/><Relationship Id="rId60" Type="http://schemas.openxmlformats.org/officeDocument/2006/relationships/font" Target="fonts/DMSans-boldItalic.fntdata"/><Relationship Id="rId26" Type="http://schemas.openxmlformats.org/officeDocument/2006/relationships/slide" Target="slides/slide12.xml"/><Relationship Id="rId25" Type="http://schemas.openxmlformats.org/officeDocument/2006/relationships/slide" Target="slides/slide11.xml"/><Relationship Id="rId28" Type="http://schemas.openxmlformats.org/officeDocument/2006/relationships/slide" Target="slides/slide14.xml"/><Relationship Id="rId27" Type="http://schemas.openxmlformats.org/officeDocument/2006/relationships/slide" Target="slides/slide13.xml"/><Relationship Id="rId29" Type="http://schemas.openxmlformats.org/officeDocument/2006/relationships/slide" Target="slides/slide15.xml"/><Relationship Id="rId51" Type="http://schemas.openxmlformats.org/officeDocument/2006/relationships/font" Target="fonts/Quicksand-regular.fntdata"/><Relationship Id="rId50" Type="http://schemas.openxmlformats.org/officeDocument/2006/relationships/font" Target="fonts/BebasNeue-regular.fntdata"/><Relationship Id="rId53" Type="http://schemas.openxmlformats.org/officeDocument/2006/relationships/font" Target="fonts/PTSans-regular.fntdata"/><Relationship Id="rId52" Type="http://schemas.openxmlformats.org/officeDocument/2006/relationships/font" Target="fonts/Quicksand-bold.fntdata"/><Relationship Id="rId11" Type="http://schemas.openxmlformats.org/officeDocument/2006/relationships/slideMaster" Target="slideMasters/slideMaster7.xml"/><Relationship Id="rId55" Type="http://schemas.openxmlformats.org/officeDocument/2006/relationships/font" Target="fonts/PTSans-italic.fntdata"/><Relationship Id="rId10" Type="http://schemas.openxmlformats.org/officeDocument/2006/relationships/slideMaster" Target="slideMasters/slideMaster6.xml"/><Relationship Id="rId54" Type="http://schemas.openxmlformats.org/officeDocument/2006/relationships/font" Target="fonts/PTSans-bold.fntdata"/><Relationship Id="rId13" Type="http://schemas.openxmlformats.org/officeDocument/2006/relationships/slideMaster" Target="slideMasters/slideMaster9.xml"/><Relationship Id="rId57" Type="http://schemas.openxmlformats.org/officeDocument/2006/relationships/font" Target="fonts/DMSans-regular.fntdata"/><Relationship Id="rId12" Type="http://schemas.openxmlformats.org/officeDocument/2006/relationships/slideMaster" Target="slideMasters/slideMaster8.xml"/><Relationship Id="rId56" Type="http://schemas.openxmlformats.org/officeDocument/2006/relationships/font" Target="fonts/PTSans-boldItalic.fntdata"/><Relationship Id="rId15" Type="http://schemas.openxmlformats.org/officeDocument/2006/relationships/slide" Target="slides/slide1.xml"/><Relationship Id="rId59" Type="http://schemas.openxmlformats.org/officeDocument/2006/relationships/font" Target="fonts/DMSans-italic.fntdata"/><Relationship Id="rId14" Type="http://schemas.openxmlformats.org/officeDocument/2006/relationships/notesMaster" Target="notesMasters/notesMaster1.xml"/><Relationship Id="rId58" Type="http://schemas.openxmlformats.org/officeDocument/2006/relationships/font" Target="fonts/DMSans-bold.fntdata"/><Relationship Id="rId17" Type="http://schemas.openxmlformats.org/officeDocument/2006/relationships/slide" Target="slides/slide3.xml"/><Relationship Id="rId16" Type="http://schemas.openxmlformats.org/officeDocument/2006/relationships/slide" Target="slides/slide2.xml"/><Relationship Id="rId19" Type="http://schemas.openxmlformats.org/officeDocument/2006/relationships/slide" Target="slides/slide5.xml"/><Relationship Id="rId1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0" name="Shape 2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1" name="Google Shape;2211;g3ded5ed3596_0_9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2" name="Google Shape;2212;g3ded5ed3596_0_9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9" name="Shape 2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0" name="Google Shape;2220;g3e04ad3898f_0_2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1" name="Google Shape;2221;g3e04ad3898f_0_2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6" name="Shape 2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7" name="Google Shape;2227;g3e04ad3898f_0_8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8" name="Google Shape;2228;g3e04ad3898f_0_8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3" name="Shape 2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4" name="Google Shape;2234;g3e04ad3898f_0_13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5" name="Google Shape;2235;g3e04ad3898f_0_13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0" name="Shape 2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1" name="Google Shape;2241;g3e04ad3898f_0_19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2" name="Google Shape;2242;g3e04ad3898f_0_19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1" name="Shape 2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" name="Google Shape;2252;g3e04ad3898f_0_30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3" name="Google Shape;2253;g3e04ad3898f_0_30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8" name="Shape 2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9" name="Google Shape;2259;g3e04ad3898f_0_36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0" name="Google Shape;2260;g3e04ad3898f_0_36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7" name="Shape 2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8" name="Google Shape;2268;g3e04ad3898f_0_42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9" name="Google Shape;2269;g3e04ad3898f_0_42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3" name="Shape 2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4" name="Google Shape;2274;g3e04ad3898f_0_42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5" name="Google Shape;2275;g3e04ad3898f_0_42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9" name="Shape 2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0" name="Google Shape;2280;g3e04ad3898f_0_42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1" name="Google Shape;2281;g3e04ad3898f_0_42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5" name="Shape 2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6" name="Google Shape;2286;g3e04ad3898f_0_42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7" name="Google Shape;2287;g3e04ad3898f_0_4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1" name="Shape 2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2" name="Google Shape;2292;g3e04ad3898f_0_42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3" name="Google Shape;2293;g3e04ad3898f_0_4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7" name="Shape 2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8" name="Google Shape;2298;g3e04ad3898f_0_42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9" name="Google Shape;2299;g3e04ad3898f_0_42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3" name="Shape 2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4" name="Google Shape;2304;g3e04ad3898f_0_42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5" name="Google Shape;2305;g3e04ad3898f_0_42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9" name="Shape 2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0" name="Google Shape;2310;g3e04ad3898f_0_42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1" name="Google Shape;2311;g3e04ad3898f_0_4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5" name="Shape 2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6" name="Google Shape;2316;g3e04ad3898f_0_42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7" name="Google Shape;2317;g3e04ad3898f_0_42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1" name="Shape 2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2" name="Google Shape;2322;g3e04ad3898f_0_42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3" name="Google Shape;2323;g3e04ad3898f_0_42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7" name="Shape 2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8" name="Google Shape;2328;g3e04ad3898f_0_43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9" name="Google Shape;2329;g3e04ad3898f_0_43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4" name="Shape 2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5" name="Google Shape;2335;g3e04ad3898f_0_43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6" name="Google Shape;2336;g3e04ad3898f_0_43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4" name="Shape 2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5" name="Google Shape;2345;g3e04ad3898f_0_43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6" name="Google Shape;2346;g3e04ad3898f_0_43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4" name="Shape 2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" name="Google Shape;2355;g3e04ad3898f_0_43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6" name="Google Shape;2356;g3e04ad3898f_0_43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4" name="Shape 2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5" name="Google Shape;2365;g3e04ad3898f_0_43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6" name="Google Shape;2366;g3e04ad3898f_0_43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2" name="Shape 2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3" name="Google Shape;2373;g3e04ad3898f_0_43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4" name="Google Shape;2374;g3e04ad3898f_0_43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2" name="Shape 2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3" name="Google Shape;2383;g3e04ad3898f_0_46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4" name="Google Shape;2384;g3e04ad3898f_0_46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9" name="Shape 2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0" name="Google Shape;2390;g3e04ad3898f_0_48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1" name="Google Shape;2391;g3e04ad3898f_0_48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6" name="Shape 2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7" name="Google Shape;2397;g3e04ad3898f_0_5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8" name="Google Shape;2398;g3e04ad3898f_0_5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3" name="Shape 2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4" name="Google Shape;2404;g3e04ad3898f_0_5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5" name="Google Shape;2405;g3e04ad3898f_0_5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10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1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1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1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9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9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9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9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9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9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9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0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0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0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0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4"/>
          <p:cNvSpPr txBox="1"/>
          <p:nvPr>
            <p:ph type="ctrTitle"/>
          </p:nvPr>
        </p:nvSpPr>
        <p:spPr>
          <a:xfrm>
            <a:off x="1609200" y="1424875"/>
            <a:ext cx="5925600" cy="20793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b="0" sz="7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7" name="Google Shape;57;p14"/>
          <p:cNvSpPr txBox="1"/>
          <p:nvPr>
            <p:ph idx="1" type="subTitle"/>
          </p:nvPr>
        </p:nvSpPr>
        <p:spPr>
          <a:xfrm>
            <a:off x="1609200" y="3573775"/>
            <a:ext cx="5942700" cy="4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l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5"/>
          <p:cNvSpPr txBox="1"/>
          <p:nvPr>
            <p:ph type="title"/>
          </p:nvPr>
        </p:nvSpPr>
        <p:spPr>
          <a:xfrm>
            <a:off x="3579950" y="1854500"/>
            <a:ext cx="36048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1" name="Google Shape;61;p15"/>
          <p:cNvSpPr txBox="1"/>
          <p:nvPr>
            <p:ph hasCustomPrompt="1" idx="2" type="title"/>
          </p:nvPr>
        </p:nvSpPr>
        <p:spPr>
          <a:xfrm>
            <a:off x="1959250" y="1854500"/>
            <a:ext cx="11898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62" name="Google Shape;62;p15"/>
          <p:cNvSpPr txBox="1"/>
          <p:nvPr>
            <p:ph idx="1" type="subTitle"/>
          </p:nvPr>
        </p:nvSpPr>
        <p:spPr>
          <a:xfrm>
            <a:off x="1959250" y="2939075"/>
            <a:ext cx="5225400" cy="446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63" name="Google Shape;63;p15"/>
          <p:cNvCxnSpPr/>
          <p:nvPr/>
        </p:nvCxnSpPr>
        <p:spPr>
          <a:xfrm rot="10800000">
            <a:off x="8761325" y="2079300"/>
            <a:ext cx="0" cy="9849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oval"/>
          </a:ln>
        </p:spPr>
      </p:cxnSp>
      <p:cxnSp>
        <p:nvCxnSpPr>
          <p:cNvPr id="64" name="Google Shape;64;p15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65" name="Google Shape;65;p15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6" name="Google Shape;66;p15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67" name="Google Shape;67;p15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68" name="Google Shape;68;p15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None/>
              <a:defRPr>
                <a:solidFill>
                  <a:schemeClr val="dk2"/>
                </a:solidFill>
              </a:defRPr>
            </a:lvl1pPr>
            <a:lvl2pPr lvl="1" algn="ctr">
              <a:buNone/>
              <a:defRPr>
                <a:solidFill>
                  <a:schemeClr val="dk2"/>
                </a:solidFill>
              </a:defRPr>
            </a:lvl2pPr>
            <a:lvl3pPr lvl="2" algn="ctr">
              <a:buNone/>
              <a:defRPr>
                <a:solidFill>
                  <a:schemeClr val="dk2"/>
                </a:solidFill>
              </a:defRPr>
            </a:lvl3pPr>
            <a:lvl4pPr lvl="3" algn="ctr">
              <a:buNone/>
              <a:defRPr>
                <a:solidFill>
                  <a:schemeClr val="dk2"/>
                </a:solidFill>
              </a:defRPr>
            </a:lvl4pPr>
            <a:lvl5pPr lvl="4" algn="ctr">
              <a:buNone/>
              <a:defRPr>
                <a:solidFill>
                  <a:schemeClr val="dk2"/>
                </a:solidFill>
              </a:defRPr>
            </a:lvl5pPr>
            <a:lvl6pPr lvl="5" algn="ctr">
              <a:buNone/>
              <a:defRPr>
                <a:solidFill>
                  <a:schemeClr val="dk2"/>
                </a:solidFill>
              </a:defRPr>
            </a:lvl6pPr>
            <a:lvl7pPr lvl="6" algn="ctr">
              <a:buNone/>
              <a:defRPr>
                <a:solidFill>
                  <a:schemeClr val="dk2"/>
                </a:solidFill>
              </a:defRPr>
            </a:lvl7pPr>
            <a:lvl8pPr lvl="7" algn="ctr">
              <a:buNone/>
              <a:defRPr>
                <a:solidFill>
                  <a:schemeClr val="dk2"/>
                </a:solidFill>
              </a:defRPr>
            </a:lvl8pPr>
            <a:lvl9pPr lvl="8" algn="ctr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69" name="Google Shape;69;p15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70" name="Google Shape;70;p15"/>
          <p:cNvCxnSpPr/>
          <p:nvPr/>
        </p:nvCxnSpPr>
        <p:spPr>
          <a:xfrm rot="10800000">
            <a:off x="394350" y="2079300"/>
            <a:ext cx="0" cy="9849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oval"/>
          </a:ln>
        </p:spPr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3" name="Google Shape;73;p16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74" name="Google Shape;74;p16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5" name="Google Shape;75;p16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76" name="Google Shape;76;p16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77" name="Google Shape;77;p16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None/>
              <a:defRPr>
                <a:solidFill>
                  <a:schemeClr val="dk2"/>
                </a:solidFill>
              </a:defRPr>
            </a:lvl1pPr>
            <a:lvl2pPr lvl="1" algn="ctr">
              <a:buNone/>
              <a:defRPr>
                <a:solidFill>
                  <a:schemeClr val="dk2"/>
                </a:solidFill>
              </a:defRPr>
            </a:lvl2pPr>
            <a:lvl3pPr lvl="2" algn="ctr">
              <a:buNone/>
              <a:defRPr>
                <a:solidFill>
                  <a:schemeClr val="dk2"/>
                </a:solidFill>
              </a:defRPr>
            </a:lvl3pPr>
            <a:lvl4pPr lvl="3" algn="ctr">
              <a:buNone/>
              <a:defRPr>
                <a:solidFill>
                  <a:schemeClr val="dk2"/>
                </a:solidFill>
              </a:defRPr>
            </a:lvl4pPr>
            <a:lvl5pPr lvl="4" algn="ctr">
              <a:buNone/>
              <a:defRPr>
                <a:solidFill>
                  <a:schemeClr val="dk2"/>
                </a:solidFill>
              </a:defRPr>
            </a:lvl5pPr>
            <a:lvl6pPr lvl="5" algn="ctr">
              <a:buNone/>
              <a:defRPr>
                <a:solidFill>
                  <a:schemeClr val="dk2"/>
                </a:solidFill>
              </a:defRPr>
            </a:lvl6pPr>
            <a:lvl7pPr lvl="6" algn="ctr">
              <a:buNone/>
              <a:defRPr>
                <a:solidFill>
                  <a:schemeClr val="dk2"/>
                </a:solidFill>
              </a:defRPr>
            </a:lvl7pPr>
            <a:lvl8pPr lvl="7" algn="ctr">
              <a:buNone/>
              <a:defRPr>
                <a:solidFill>
                  <a:schemeClr val="dk2"/>
                </a:solidFill>
              </a:defRPr>
            </a:lvl8pPr>
            <a:lvl9pPr lvl="8" algn="ctr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78" name="Google Shape;78;p16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79" name="Google Shape;79;p1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0" name="Google Shape;80;p16"/>
          <p:cNvSpPr txBox="1"/>
          <p:nvPr>
            <p:ph idx="1" type="body"/>
          </p:nvPr>
        </p:nvSpPr>
        <p:spPr>
          <a:xfrm>
            <a:off x="720000" y="1215750"/>
            <a:ext cx="7704000" cy="323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Nunito Ligh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C800"/>
              </a:buClr>
              <a:buSzPts val="1200"/>
              <a:buFont typeface="Nunito Light"/>
              <a:buChar char="■"/>
              <a:defRPr/>
            </a:lvl3pPr>
            <a:lvl4pPr indent="-3048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C800"/>
              </a:buClr>
              <a:buSzPts val="1200"/>
              <a:buFont typeface="Nunito Light"/>
              <a:buChar char="●"/>
              <a:defRPr/>
            </a:lvl4pPr>
            <a:lvl5pPr indent="-3048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○"/>
              <a:defRPr/>
            </a:lvl5pPr>
            <a:lvl6pPr indent="-3048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■"/>
              <a:defRPr/>
            </a:lvl6pPr>
            <a:lvl7pPr indent="-3048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●"/>
              <a:defRPr/>
            </a:lvl7pPr>
            <a:lvl8pPr indent="-3048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○"/>
              <a:defRPr/>
            </a:lvl8pPr>
            <a:lvl9pPr indent="-3048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2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3" name="Google Shape;83;p17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84" name="Google Shape;84;p17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5" name="Google Shape;85;p17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86" name="Google Shape;86;p17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87" name="Google Shape;87;p17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None/>
              <a:defRPr>
                <a:solidFill>
                  <a:schemeClr val="dk2"/>
                </a:solidFill>
              </a:defRPr>
            </a:lvl1pPr>
            <a:lvl2pPr lvl="1" algn="ctr">
              <a:buNone/>
              <a:defRPr>
                <a:solidFill>
                  <a:schemeClr val="dk2"/>
                </a:solidFill>
              </a:defRPr>
            </a:lvl2pPr>
            <a:lvl3pPr lvl="2" algn="ctr">
              <a:buNone/>
              <a:defRPr>
                <a:solidFill>
                  <a:schemeClr val="dk2"/>
                </a:solidFill>
              </a:defRPr>
            </a:lvl3pPr>
            <a:lvl4pPr lvl="3" algn="ctr">
              <a:buNone/>
              <a:defRPr>
                <a:solidFill>
                  <a:schemeClr val="dk2"/>
                </a:solidFill>
              </a:defRPr>
            </a:lvl4pPr>
            <a:lvl5pPr lvl="4" algn="ctr">
              <a:buNone/>
              <a:defRPr>
                <a:solidFill>
                  <a:schemeClr val="dk2"/>
                </a:solidFill>
              </a:defRPr>
            </a:lvl5pPr>
            <a:lvl6pPr lvl="5" algn="ctr">
              <a:buNone/>
              <a:defRPr>
                <a:solidFill>
                  <a:schemeClr val="dk2"/>
                </a:solidFill>
              </a:defRPr>
            </a:lvl6pPr>
            <a:lvl7pPr lvl="6" algn="ctr">
              <a:buNone/>
              <a:defRPr>
                <a:solidFill>
                  <a:schemeClr val="dk2"/>
                </a:solidFill>
              </a:defRPr>
            </a:lvl7pPr>
            <a:lvl8pPr lvl="7" algn="ctr">
              <a:buNone/>
              <a:defRPr>
                <a:solidFill>
                  <a:schemeClr val="dk2"/>
                </a:solidFill>
              </a:defRPr>
            </a:lvl8pPr>
            <a:lvl9pPr lvl="8" algn="ctr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88" name="Google Shape;88;p17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89" name="Google Shape;89;p1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0" name="Google Shape;90;p17"/>
          <p:cNvSpPr txBox="1"/>
          <p:nvPr>
            <p:ph idx="1" type="subTitle"/>
          </p:nvPr>
        </p:nvSpPr>
        <p:spPr>
          <a:xfrm>
            <a:off x="4747387" y="1872353"/>
            <a:ext cx="3698100" cy="27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b="0"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9pPr>
          </a:lstStyle>
          <a:p/>
        </p:txBody>
      </p:sp>
      <p:sp>
        <p:nvSpPr>
          <p:cNvPr id="91" name="Google Shape;91;p17"/>
          <p:cNvSpPr txBox="1"/>
          <p:nvPr>
            <p:ph idx="2" type="subTitle"/>
          </p:nvPr>
        </p:nvSpPr>
        <p:spPr>
          <a:xfrm>
            <a:off x="726675" y="1872353"/>
            <a:ext cx="3698100" cy="27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b="0" sz="1400"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9pPr>
          </a:lstStyle>
          <a:p/>
        </p:txBody>
      </p:sp>
      <p:sp>
        <p:nvSpPr>
          <p:cNvPr id="92" name="Google Shape;92;p17"/>
          <p:cNvSpPr txBox="1"/>
          <p:nvPr>
            <p:ph idx="3" type="subTitle"/>
          </p:nvPr>
        </p:nvSpPr>
        <p:spPr>
          <a:xfrm>
            <a:off x="726675" y="1313225"/>
            <a:ext cx="3698100" cy="4224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7"/>
          <p:cNvSpPr txBox="1"/>
          <p:nvPr>
            <p:ph idx="4" type="subTitle"/>
          </p:nvPr>
        </p:nvSpPr>
        <p:spPr>
          <a:xfrm>
            <a:off x="4747375" y="1313225"/>
            <a:ext cx="3698100" cy="4224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6" name="Google Shape;96;p18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97" name="Google Shape;97;p18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8" name="Google Shape;98;p18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99" name="Google Shape;99;p18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00" name="Google Shape;100;p18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None/>
              <a:defRPr>
                <a:solidFill>
                  <a:schemeClr val="dk2"/>
                </a:solidFill>
              </a:defRPr>
            </a:lvl1pPr>
            <a:lvl2pPr lvl="1" algn="ctr">
              <a:buNone/>
              <a:defRPr>
                <a:solidFill>
                  <a:schemeClr val="dk2"/>
                </a:solidFill>
              </a:defRPr>
            </a:lvl2pPr>
            <a:lvl3pPr lvl="2" algn="ctr">
              <a:buNone/>
              <a:defRPr>
                <a:solidFill>
                  <a:schemeClr val="dk2"/>
                </a:solidFill>
              </a:defRPr>
            </a:lvl3pPr>
            <a:lvl4pPr lvl="3" algn="ctr">
              <a:buNone/>
              <a:defRPr>
                <a:solidFill>
                  <a:schemeClr val="dk2"/>
                </a:solidFill>
              </a:defRPr>
            </a:lvl4pPr>
            <a:lvl5pPr lvl="4" algn="ctr">
              <a:buNone/>
              <a:defRPr>
                <a:solidFill>
                  <a:schemeClr val="dk2"/>
                </a:solidFill>
              </a:defRPr>
            </a:lvl5pPr>
            <a:lvl6pPr lvl="5" algn="ctr">
              <a:buNone/>
              <a:defRPr>
                <a:solidFill>
                  <a:schemeClr val="dk2"/>
                </a:solidFill>
              </a:defRPr>
            </a:lvl6pPr>
            <a:lvl7pPr lvl="6" algn="ctr">
              <a:buNone/>
              <a:defRPr>
                <a:solidFill>
                  <a:schemeClr val="dk2"/>
                </a:solidFill>
              </a:defRPr>
            </a:lvl7pPr>
            <a:lvl8pPr lvl="7" algn="ctr">
              <a:buNone/>
              <a:defRPr>
                <a:solidFill>
                  <a:schemeClr val="dk2"/>
                </a:solidFill>
              </a:defRPr>
            </a:lvl8pPr>
            <a:lvl9pPr lvl="8" algn="ctr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01" name="Google Shape;101;p18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102" name="Google Shape;102;p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5" name="Google Shape;105;p19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06" name="Google Shape;106;p19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7" name="Google Shape;107;p19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08" name="Google Shape;108;p19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09" name="Google Shape;109;p19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None/>
              <a:defRPr>
                <a:solidFill>
                  <a:schemeClr val="dk2"/>
                </a:solidFill>
              </a:defRPr>
            </a:lvl1pPr>
            <a:lvl2pPr lvl="1" algn="ctr">
              <a:buNone/>
              <a:defRPr>
                <a:solidFill>
                  <a:schemeClr val="dk2"/>
                </a:solidFill>
              </a:defRPr>
            </a:lvl2pPr>
            <a:lvl3pPr lvl="2" algn="ctr">
              <a:buNone/>
              <a:defRPr>
                <a:solidFill>
                  <a:schemeClr val="dk2"/>
                </a:solidFill>
              </a:defRPr>
            </a:lvl3pPr>
            <a:lvl4pPr lvl="3" algn="ctr">
              <a:buNone/>
              <a:defRPr>
                <a:solidFill>
                  <a:schemeClr val="dk2"/>
                </a:solidFill>
              </a:defRPr>
            </a:lvl4pPr>
            <a:lvl5pPr lvl="4" algn="ctr">
              <a:buNone/>
              <a:defRPr>
                <a:solidFill>
                  <a:schemeClr val="dk2"/>
                </a:solidFill>
              </a:defRPr>
            </a:lvl5pPr>
            <a:lvl6pPr lvl="5" algn="ctr">
              <a:buNone/>
              <a:defRPr>
                <a:solidFill>
                  <a:schemeClr val="dk2"/>
                </a:solidFill>
              </a:defRPr>
            </a:lvl6pPr>
            <a:lvl7pPr lvl="6" algn="ctr">
              <a:buNone/>
              <a:defRPr>
                <a:solidFill>
                  <a:schemeClr val="dk2"/>
                </a:solidFill>
              </a:defRPr>
            </a:lvl7pPr>
            <a:lvl8pPr lvl="7" algn="ctr">
              <a:buNone/>
              <a:defRPr>
                <a:solidFill>
                  <a:schemeClr val="dk2"/>
                </a:solidFill>
              </a:defRPr>
            </a:lvl8pPr>
            <a:lvl9pPr lvl="8" algn="ctr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10" name="Google Shape;110;p19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111" name="Google Shape;111;p19"/>
          <p:cNvSpPr txBox="1"/>
          <p:nvPr>
            <p:ph type="title"/>
          </p:nvPr>
        </p:nvSpPr>
        <p:spPr>
          <a:xfrm>
            <a:off x="720000" y="445025"/>
            <a:ext cx="6266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2" name="Google Shape;112;p19"/>
          <p:cNvSpPr txBox="1"/>
          <p:nvPr>
            <p:ph idx="1" type="subTitle"/>
          </p:nvPr>
        </p:nvSpPr>
        <p:spPr>
          <a:xfrm>
            <a:off x="720000" y="1347250"/>
            <a:ext cx="7324500" cy="317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0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20"/>
          <p:cNvSpPr txBox="1"/>
          <p:nvPr>
            <p:ph type="title"/>
          </p:nvPr>
        </p:nvSpPr>
        <p:spPr>
          <a:xfrm>
            <a:off x="969825" y="2079259"/>
            <a:ext cx="7204500" cy="87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cxnSp>
        <p:nvCxnSpPr>
          <p:cNvPr id="116" name="Google Shape;116;p20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17" name="Google Shape;117;p20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8" name="Google Shape;118;p20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19" name="Google Shape;119;p20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20" name="Google Shape;120;p20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None/>
              <a:defRPr>
                <a:solidFill>
                  <a:schemeClr val="dk2"/>
                </a:solidFill>
              </a:defRPr>
            </a:lvl1pPr>
            <a:lvl2pPr lvl="1" algn="ctr">
              <a:buNone/>
              <a:defRPr>
                <a:solidFill>
                  <a:schemeClr val="dk2"/>
                </a:solidFill>
              </a:defRPr>
            </a:lvl2pPr>
            <a:lvl3pPr lvl="2" algn="ctr">
              <a:buNone/>
              <a:defRPr>
                <a:solidFill>
                  <a:schemeClr val="dk2"/>
                </a:solidFill>
              </a:defRPr>
            </a:lvl3pPr>
            <a:lvl4pPr lvl="3" algn="ctr">
              <a:buNone/>
              <a:defRPr>
                <a:solidFill>
                  <a:schemeClr val="dk2"/>
                </a:solidFill>
              </a:defRPr>
            </a:lvl4pPr>
            <a:lvl5pPr lvl="4" algn="ctr">
              <a:buNone/>
              <a:defRPr>
                <a:solidFill>
                  <a:schemeClr val="dk2"/>
                </a:solidFill>
              </a:defRPr>
            </a:lvl5pPr>
            <a:lvl6pPr lvl="5" algn="ctr">
              <a:buNone/>
              <a:defRPr>
                <a:solidFill>
                  <a:schemeClr val="dk2"/>
                </a:solidFill>
              </a:defRPr>
            </a:lvl6pPr>
            <a:lvl7pPr lvl="6" algn="ctr">
              <a:buNone/>
              <a:defRPr>
                <a:solidFill>
                  <a:schemeClr val="dk2"/>
                </a:solidFill>
              </a:defRPr>
            </a:lvl7pPr>
            <a:lvl8pPr lvl="7" algn="ctr">
              <a:buNone/>
              <a:defRPr>
                <a:solidFill>
                  <a:schemeClr val="dk2"/>
                </a:solidFill>
              </a:defRPr>
            </a:lvl8pPr>
            <a:lvl9pPr lvl="8" algn="ctr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21" name="Google Shape;121;p20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1"/>
          <p:cNvSpPr txBox="1"/>
          <p:nvPr>
            <p:ph type="title"/>
          </p:nvPr>
        </p:nvSpPr>
        <p:spPr>
          <a:xfrm>
            <a:off x="720000" y="1413525"/>
            <a:ext cx="4294800" cy="209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4" name="Google Shape;124;p21"/>
          <p:cNvSpPr txBox="1"/>
          <p:nvPr>
            <p:ph idx="1" type="subTitle"/>
          </p:nvPr>
        </p:nvSpPr>
        <p:spPr>
          <a:xfrm>
            <a:off x="720000" y="3508800"/>
            <a:ext cx="4294800" cy="100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2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28" name="Google Shape;128;p22"/>
          <p:cNvSpPr txBox="1"/>
          <p:nvPr>
            <p:ph type="title"/>
          </p:nvPr>
        </p:nvSpPr>
        <p:spPr>
          <a:xfrm>
            <a:off x="713225" y="4162975"/>
            <a:ext cx="7917300" cy="541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3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1" name="Google Shape;131;p23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32" name="Google Shape;132;p23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3" name="Google Shape;133;p23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34" name="Google Shape;134;p23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35" name="Google Shape;135;p23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None/>
              <a:defRPr>
                <a:solidFill>
                  <a:schemeClr val="dk2"/>
                </a:solidFill>
              </a:defRPr>
            </a:lvl1pPr>
            <a:lvl2pPr lvl="1" algn="ctr">
              <a:buNone/>
              <a:defRPr>
                <a:solidFill>
                  <a:schemeClr val="dk2"/>
                </a:solidFill>
              </a:defRPr>
            </a:lvl2pPr>
            <a:lvl3pPr lvl="2" algn="ctr">
              <a:buNone/>
              <a:defRPr>
                <a:solidFill>
                  <a:schemeClr val="dk2"/>
                </a:solidFill>
              </a:defRPr>
            </a:lvl3pPr>
            <a:lvl4pPr lvl="3" algn="ctr">
              <a:buNone/>
              <a:defRPr>
                <a:solidFill>
                  <a:schemeClr val="dk2"/>
                </a:solidFill>
              </a:defRPr>
            </a:lvl4pPr>
            <a:lvl5pPr lvl="4" algn="ctr">
              <a:buNone/>
              <a:defRPr>
                <a:solidFill>
                  <a:schemeClr val="dk2"/>
                </a:solidFill>
              </a:defRPr>
            </a:lvl5pPr>
            <a:lvl6pPr lvl="5" algn="ctr">
              <a:buNone/>
              <a:defRPr>
                <a:solidFill>
                  <a:schemeClr val="dk2"/>
                </a:solidFill>
              </a:defRPr>
            </a:lvl6pPr>
            <a:lvl7pPr lvl="6" algn="ctr">
              <a:buNone/>
              <a:defRPr>
                <a:solidFill>
                  <a:schemeClr val="dk2"/>
                </a:solidFill>
              </a:defRPr>
            </a:lvl7pPr>
            <a:lvl8pPr lvl="7" algn="ctr">
              <a:buNone/>
              <a:defRPr>
                <a:solidFill>
                  <a:schemeClr val="dk2"/>
                </a:solidFill>
              </a:defRPr>
            </a:lvl8pPr>
            <a:lvl9pPr lvl="8" algn="ctr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36" name="Google Shape;136;p23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137" name="Google Shape;137;p23"/>
          <p:cNvSpPr txBox="1"/>
          <p:nvPr>
            <p:ph hasCustomPrompt="1" type="title"/>
          </p:nvPr>
        </p:nvSpPr>
        <p:spPr>
          <a:xfrm>
            <a:off x="1284000" y="1429725"/>
            <a:ext cx="6576000" cy="140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38" name="Google Shape;138;p23"/>
          <p:cNvSpPr txBox="1"/>
          <p:nvPr>
            <p:ph idx="1" type="subTitle"/>
          </p:nvPr>
        </p:nvSpPr>
        <p:spPr>
          <a:xfrm>
            <a:off x="1284000" y="2985500"/>
            <a:ext cx="6576000" cy="4971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2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5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2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43" name="Google Shape;143;p25"/>
          <p:cNvSpPr txBox="1"/>
          <p:nvPr>
            <p:ph idx="1" type="subTitle"/>
          </p:nvPr>
        </p:nvSpPr>
        <p:spPr>
          <a:xfrm>
            <a:off x="713225" y="2018125"/>
            <a:ext cx="2426100" cy="538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25"/>
          <p:cNvSpPr txBox="1"/>
          <p:nvPr>
            <p:ph idx="2" type="subTitle"/>
          </p:nvPr>
        </p:nvSpPr>
        <p:spPr>
          <a:xfrm>
            <a:off x="713225" y="3870728"/>
            <a:ext cx="2426100" cy="538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25"/>
          <p:cNvSpPr txBox="1"/>
          <p:nvPr>
            <p:ph idx="3" type="subTitle"/>
          </p:nvPr>
        </p:nvSpPr>
        <p:spPr>
          <a:xfrm>
            <a:off x="3359125" y="3870725"/>
            <a:ext cx="2426100" cy="538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25"/>
          <p:cNvSpPr txBox="1"/>
          <p:nvPr>
            <p:ph idx="4" type="subTitle"/>
          </p:nvPr>
        </p:nvSpPr>
        <p:spPr>
          <a:xfrm>
            <a:off x="3359125" y="2018025"/>
            <a:ext cx="2426100" cy="538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25"/>
          <p:cNvSpPr txBox="1"/>
          <p:nvPr>
            <p:ph hasCustomPrompt="1" idx="5" type="title"/>
          </p:nvPr>
        </p:nvSpPr>
        <p:spPr>
          <a:xfrm>
            <a:off x="713225" y="1141288"/>
            <a:ext cx="656100" cy="4380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48" name="Google Shape;148;p25"/>
          <p:cNvSpPr txBox="1"/>
          <p:nvPr>
            <p:ph hasCustomPrompt="1" idx="6" type="title"/>
          </p:nvPr>
        </p:nvSpPr>
        <p:spPr>
          <a:xfrm>
            <a:off x="3359125" y="2994063"/>
            <a:ext cx="656100" cy="438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49" name="Google Shape;149;p25"/>
          <p:cNvSpPr txBox="1"/>
          <p:nvPr>
            <p:ph hasCustomPrompt="1" idx="7" type="title"/>
          </p:nvPr>
        </p:nvSpPr>
        <p:spPr>
          <a:xfrm>
            <a:off x="713225" y="2994063"/>
            <a:ext cx="656100" cy="438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50" name="Google Shape;150;p25"/>
          <p:cNvSpPr txBox="1"/>
          <p:nvPr>
            <p:ph hasCustomPrompt="1" idx="8" type="title"/>
          </p:nvPr>
        </p:nvSpPr>
        <p:spPr>
          <a:xfrm>
            <a:off x="3359125" y="1142055"/>
            <a:ext cx="656100" cy="4380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51" name="Google Shape;151;p25"/>
          <p:cNvSpPr txBox="1"/>
          <p:nvPr>
            <p:ph idx="9" type="subTitle"/>
          </p:nvPr>
        </p:nvSpPr>
        <p:spPr>
          <a:xfrm>
            <a:off x="5997638" y="3870725"/>
            <a:ext cx="2426100" cy="538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25"/>
          <p:cNvSpPr txBox="1"/>
          <p:nvPr>
            <p:ph idx="13" type="subTitle"/>
          </p:nvPr>
        </p:nvSpPr>
        <p:spPr>
          <a:xfrm>
            <a:off x="5997638" y="2018025"/>
            <a:ext cx="2426100" cy="538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25"/>
          <p:cNvSpPr txBox="1"/>
          <p:nvPr>
            <p:ph hasCustomPrompt="1" idx="14" type="title"/>
          </p:nvPr>
        </p:nvSpPr>
        <p:spPr>
          <a:xfrm>
            <a:off x="5997638" y="2994063"/>
            <a:ext cx="656100" cy="438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54" name="Google Shape;154;p25"/>
          <p:cNvSpPr txBox="1"/>
          <p:nvPr>
            <p:ph hasCustomPrompt="1" idx="15" type="title"/>
          </p:nvPr>
        </p:nvSpPr>
        <p:spPr>
          <a:xfrm>
            <a:off x="5997638" y="1142055"/>
            <a:ext cx="656100" cy="4380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55" name="Google Shape;155;p25"/>
          <p:cNvSpPr txBox="1"/>
          <p:nvPr>
            <p:ph idx="16" type="subTitle"/>
          </p:nvPr>
        </p:nvSpPr>
        <p:spPr>
          <a:xfrm>
            <a:off x="713225" y="1594575"/>
            <a:ext cx="2423100" cy="4389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latin typeface="Quicksand"/>
                <a:ea typeface="Quicksand"/>
                <a:cs typeface="Quicksand"/>
                <a:sym typeface="Quicksa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56" name="Google Shape;156;p25"/>
          <p:cNvSpPr txBox="1"/>
          <p:nvPr>
            <p:ph idx="17" type="subTitle"/>
          </p:nvPr>
        </p:nvSpPr>
        <p:spPr>
          <a:xfrm>
            <a:off x="713225" y="3447136"/>
            <a:ext cx="2423100" cy="4284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latin typeface="Quicksand"/>
                <a:ea typeface="Quicksand"/>
                <a:cs typeface="Quicksand"/>
                <a:sym typeface="Quicksa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57" name="Google Shape;157;p25"/>
          <p:cNvSpPr txBox="1"/>
          <p:nvPr>
            <p:ph idx="18" type="subTitle"/>
          </p:nvPr>
        </p:nvSpPr>
        <p:spPr>
          <a:xfrm>
            <a:off x="3359125" y="3447125"/>
            <a:ext cx="2423100" cy="4284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latin typeface="Quicksand"/>
                <a:ea typeface="Quicksand"/>
                <a:cs typeface="Quicksand"/>
                <a:sym typeface="Quicksa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58" name="Google Shape;158;p25"/>
          <p:cNvSpPr txBox="1"/>
          <p:nvPr>
            <p:ph idx="19" type="subTitle"/>
          </p:nvPr>
        </p:nvSpPr>
        <p:spPr>
          <a:xfrm>
            <a:off x="3359125" y="1594575"/>
            <a:ext cx="2423100" cy="4389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latin typeface="Quicksand"/>
                <a:ea typeface="Quicksand"/>
                <a:cs typeface="Quicksand"/>
                <a:sym typeface="Quicksa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59" name="Google Shape;159;p25"/>
          <p:cNvSpPr txBox="1"/>
          <p:nvPr>
            <p:ph idx="20" type="subTitle"/>
          </p:nvPr>
        </p:nvSpPr>
        <p:spPr>
          <a:xfrm>
            <a:off x="5997638" y="3447125"/>
            <a:ext cx="2423100" cy="4284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latin typeface="Quicksand"/>
                <a:ea typeface="Quicksand"/>
                <a:cs typeface="Quicksand"/>
                <a:sym typeface="Quicksa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60" name="Google Shape;160;p25"/>
          <p:cNvSpPr txBox="1"/>
          <p:nvPr>
            <p:ph idx="21" type="subTitle"/>
          </p:nvPr>
        </p:nvSpPr>
        <p:spPr>
          <a:xfrm>
            <a:off x="5997638" y="1594575"/>
            <a:ext cx="2423100" cy="4389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latin typeface="Quicksand"/>
                <a:ea typeface="Quicksand"/>
                <a:cs typeface="Quicksand"/>
                <a:sym typeface="Quicksa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cxnSp>
        <p:nvCxnSpPr>
          <p:cNvPr id="161" name="Google Shape;161;p25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62" name="Google Shape;162;p25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3" name="Google Shape;163;p25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64" name="Google Shape;164;p25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65" name="Google Shape;165;p25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None/>
              <a:defRPr>
                <a:solidFill>
                  <a:schemeClr val="dk2"/>
                </a:solidFill>
              </a:defRPr>
            </a:lvl1pPr>
            <a:lvl2pPr lvl="1" algn="ctr">
              <a:buNone/>
              <a:defRPr>
                <a:solidFill>
                  <a:schemeClr val="dk2"/>
                </a:solidFill>
              </a:defRPr>
            </a:lvl2pPr>
            <a:lvl3pPr lvl="2" algn="ctr">
              <a:buNone/>
              <a:defRPr>
                <a:solidFill>
                  <a:schemeClr val="dk2"/>
                </a:solidFill>
              </a:defRPr>
            </a:lvl3pPr>
            <a:lvl4pPr lvl="3" algn="ctr">
              <a:buNone/>
              <a:defRPr>
                <a:solidFill>
                  <a:schemeClr val="dk2"/>
                </a:solidFill>
              </a:defRPr>
            </a:lvl4pPr>
            <a:lvl5pPr lvl="4" algn="ctr">
              <a:buNone/>
              <a:defRPr>
                <a:solidFill>
                  <a:schemeClr val="dk2"/>
                </a:solidFill>
              </a:defRPr>
            </a:lvl5pPr>
            <a:lvl6pPr lvl="5" algn="ctr">
              <a:buNone/>
              <a:defRPr>
                <a:solidFill>
                  <a:schemeClr val="dk2"/>
                </a:solidFill>
              </a:defRPr>
            </a:lvl6pPr>
            <a:lvl7pPr lvl="6" algn="ctr">
              <a:buNone/>
              <a:defRPr>
                <a:solidFill>
                  <a:schemeClr val="dk2"/>
                </a:solidFill>
              </a:defRPr>
            </a:lvl7pPr>
            <a:lvl8pPr lvl="7" algn="ctr">
              <a:buNone/>
              <a:defRPr>
                <a:solidFill>
                  <a:schemeClr val="dk2"/>
                </a:solidFill>
              </a:defRPr>
            </a:lvl8pPr>
            <a:lvl9pPr lvl="8" algn="ctr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66" name="Google Shape;166;p25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6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9" name="Google Shape;169;p26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70" name="Google Shape;170;p26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1" name="Google Shape;171;p26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72" name="Google Shape;172;p26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73" name="Google Shape;173;p26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None/>
              <a:defRPr>
                <a:solidFill>
                  <a:schemeClr val="dk2"/>
                </a:solidFill>
              </a:defRPr>
            </a:lvl1pPr>
            <a:lvl2pPr lvl="1" algn="ctr">
              <a:buNone/>
              <a:defRPr>
                <a:solidFill>
                  <a:schemeClr val="dk2"/>
                </a:solidFill>
              </a:defRPr>
            </a:lvl2pPr>
            <a:lvl3pPr lvl="2" algn="ctr">
              <a:buNone/>
              <a:defRPr>
                <a:solidFill>
                  <a:schemeClr val="dk2"/>
                </a:solidFill>
              </a:defRPr>
            </a:lvl3pPr>
            <a:lvl4pPr lvl="3" algn="ctr">
              <a:buNone/>
              <a:defRPr>
                <a:solidFill>
                  <a:schemeClr val="dk2"/>
                </a:solidFill>
              </a:defRPr>
            </a:lvl4pPr>
            <a:lvl5pPr lvl="4" algn="ctr">
              <a:buNone/>
              <a:defRPr>
                <a:solidFill>
                  <a:schemeClr val="dk2"/>
                </a:solidFill>
              </a:defRPr>
            </a:lvl5pPr>
            <a:lvl6pPr lvl="5" algn="ctr">
              <a:buNone/>
              <a:defRPr>
                <a:solidFill>
                  <a:schemeClr val="dk2"/>
                </a:solidFill>
              </a:defRPr>
            </a:lvl6pPr>
            <a:lvl7pPr lvl="6" algn="ctr">
              <a:buNone/>
              <a:defRPr>
                <a:solidFill>
                  <a:schemeClr val="dk2"/>
                </a:solidFill>
              </a:defRPr>
            </a:lvl7pPr>
            <a:lvl8pPr lvl="7" algn="ctr">
              <a:buNone/>
              <a:defRPr>
                <a:solidFill>
                  <a:schemeClr val="dk2"/>
                </a:solidFill>
              </a:defRPr>
            </a:lvl8pPr>
            <a:lvl9pPr lvl="8" algn="ctr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74" name="Google Shape;174;p26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175" name="Google Shape;175;p26"/>
          <p:cNvSpPr txBox="1"/>
          <p:nvPr>
            <p:ph type="title"/>
          </p:nvPr>
        </p:nvSpPr>
        <p:spPr>
          <a:xfrm>
            <a:off x="969900" y="3387600"/>
            <a:ext cx="7204200" cy="5319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76" name="Google Shape;176;p26"/>
          <p:cNvSpPr txBox="1"/>
          <p:nvPr>
            <p:ph idx="1" type="subTitle"/>
          </p:nvPr>
        </p:nvSpPr>
        <p:spPr>
          <a:xfrm>
            <a:off x="969900" y="1312625"/>
            <a:ext cx="7204200" cy="147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9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7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9" name="Google Shape;179;p27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80" name="Google Shape;180;p27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1" name="Google Shape;181;p27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82" name="Google Shape;182;p27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83" name="Google Shape;183;p27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None/>
              <a:defRPr>
                <a:solidFill>
                  <a:schemeClr val="dk2"/>
                </a:solidFill>
              </a:defRPr>
            </a:lvl1pPr>
            <a:lvl2pPr lvl="1" algn="ctr">
              <a:buNone/>
              <a:defRPr>
                <a:solidFill>
                  <a:schemeClr val="dk2"/>
                </a:solidFill>
              </a:defRPr>
            </a:lvl2pPr>
            <a:lvl3pPr lvl="2" algn="ctr">
              <a:buNone/>
              <a:defRPr>
                <a:solidFill>
                  <a:schemeClr val="dk2"/>
                </a:solidFill>
              </a:defRPr>
            </a:lvl3pPr>
            <a:lvl4pPr lvl="3" algn="ctr">
              <a:buNone/>
              <a:defRPr>
                <a:solidFill>
                  <a:schemeClr val="dk2"/>
                </a:solidFill>
              </a:defRPr>
            </a:lvl4pPr>
            <a:lvl5pPr lvl="4" algn="ctr">
              <a:buNone/>
              <a:defRPr>
                <a:solidFill>
                  <a:schemeClr val="dk2"/>
                </a:solidFill>
              </a:defRPr>
            </a:lvl5pPr>
            <a:lvl6pPr lvl="5" algn="ctr">
              <a:buNone/>
              <a:defRPr>
                <a:solidFill>
                  <a:schemeClr val="dk2"/>
                </a:solidFill>
              </a:defRPr>
            </a:lvl6pPr>
            <a:lvl7pPr lvl="6" algn="ctr">
              <a:buNone/>
              <a:defRPr>
                <a:solidFill>
                  <a:schemeClr val="dk2"/>
                </a:solidFill>
              </a:defRPr>
            </a:lvl7pPr>
            <a:lvl8pPr lvl="7" algn="ctr">
              <a:buNone/>
              <a:defRPr>
                <a:solidFill>
                  <a:schemeClr val="dk2"/>
                </a:solidFill>
              </a:defRPr>
            </a:lvl8pPr>
            <a:lvl9pPr lvl="8" algn="ctr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84" name="Google Shape;184;p27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185" name="Google Shape;185;p27"/>
          <p:cNvSpPr txBox="1"/>
          <p:nvPr>
            <p:ph type="title"/>
          </p:nvPr>
        </p:nvSpPr>
        <p:spPr>
          <a:xfrm>
            <a:off x="720000" y="1148563"/>
            <a:ext cx="3944700" cy="160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86" name="Google Shape;186;p27"/>
          <p:cNvSpPr txBox="1"/>
          <p:nvPr>
            <p:ph idx="1" type="subTitle"/>
          </p:nvPr>
        </p:nvSpPr>
        <p:spPr>
          <a:xfrm>
            <a:off x="720000" y="2878638"/>
            <a:ext cx="3944700" cy="111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p27"/>
          <p:cNvSpPr/>
          <p:nvPr>
            <p:ph idx="2" type="pic"/>
          </p:nvPr>
        </p:nvSpPr>
        <p:spPr>
          <a:xfrm>
            <a:off x="5149825" y="691038"/>
            <a:ext cx="3070800" cy="37614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8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0" name="Google Shape;190;p28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91" name="Google Shape;191;p28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2" name="Google Shape;192;p28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93" name="Google Shape;193;p28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94" name="Google Shape;194;p28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None/>
              <a:defRPr>
                <a:solidFill>
                  <a:schemeClr val="dk2"/>
                </a:solidFill>
              </a:defRPr>
            </a:lvl1pPr>
            <a:lvl2pPr lvl="1" algn="ctr">
              <a:buNone/>
              <a:defRPr>
                <a:solidFill>
                  <a:schemeClr val="dk2"/>
                </a:solidFill>
              </a:defRPr>
            </a:lvl2pPr>
            <a:lvl3pPr lvl="2" algn="ctr">
              <a:buNone/>
              <a:defRPr>
                <a:solidFill>
                  <a:schemeClr val="dk2"/>
                </a:solidFill>
              </a:defRPr>
            </a:lvl3pPr>
            <a:lvl4pPr lvl="3" algn="ctr">
              <a:buNone/>
              <a:defRPr>
                <a:solidFill>
                  <a:schemeClr val="dk2"/>
                </a:solidFill>
              </a:defRPr>
            </a:lvl4pPr>
            <a:lvl5pPr lvl="4" algn="ctr">
              <a:buNone/>
              <a:defRPr>
                <a:solidFill>
                  <a:schemeClr val="dk2"/>
                </a:solidFill>
              </a:defRPr>
            </a:lvl5pPr>
            <a:lvl6pPr lvl="5" algn="ctr">
              <a:buNone/>
              <a:defRPr>
                <a:solidFill>
                  <a:schemeClr val="dk2"/>
                </a:solidFill>
              </a:defRPr>
            </a:lvl6pPr>
            <a:lvl7pPr lvl="6" algn="ctr">
              <a:buNone/>
              <a:defRPr>
                <a:solidFill>
                  <a:schemeClr val="dk2"/>
                </a:solidFill>
              </a:defRPr>
            </a:lvl7pPr>
            <a:lvl8pPr lvl="7" algn="ctr">
              <a:buNone/>
              <a:defRPr>
                <a:solidFill>
                  <a:schemeClr val="dk2"/>
                </a:solidFill>
              </a:defRPr>
            </a:lvl8pPr>
            <a:lvl9pPr lvl="8" algn="ctr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95" name="Google Shape;195;p28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196" name="Google Shape;196;p28"/>
          <p:cNvSpPr txBox="1"/>
          <p:nvPr>
            <p:ph type="title"/>
          </p:nvPr>
        </p:nvSpPr>
        <p:spPr>
          <a:xfrm>
            <a:off x="720000" y="1568400"/>
            <a:ext cx="2891400" cy="70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7" name="Google Shape;197;p28"/>
          <p:cNvSpPr txBox="1"/>
          <p:nvPr>
            <p:ph idx="1" type="subTitle"/>
          </p:nvPr>
        </p:nvSpPr>
        <p:spPr>
          <a:xfrm>
            <a:off x="720000" y="2268888"/>
            <a:ext cx="2891400" cy="13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9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0" name="Google Shape;200;p29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201" name="Google Shape;201;p29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2" name="Google Shape;202;p29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203" name="Google Shape;203;p29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204" name="Google Shape;204;p29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None/>
              <a:defRPr>
                <a:solidFill>
                  <a:schemeClr val="dk2"/>
                </a:solidFill>
              </a:defRPr>
            </a:lvl1pPr>
            <a:lvl2pPr lvl="1" algn="ctr">
              <a:buNone/>
              <a:defRPr>
                <a:solidFill>
                  <a:schemeClr val="dk2"/>
                </a:solidFill>
              </a:defRPr>
            </a:lvl2pPr>
            <a:lvl3pPr lvl="2" algn="ctr">
              <a:buNone/>
              <a:defRPr>
                <a:solidFill>
                  <a:schemeClr val="dk2"/>
                </a:solidFill>
              </a:defRPr>
            </a:lvl3pPr>
            <a:lvl4pPr lvl="3" algn="ctr">
              <a:buNone/>
              <a:defRPr>
                <a:solidFill>
                  <a:schemeClr val="dk2"/>
                </a:solidFill>
              </a:defRPr>
            </a:lvl4pPr>
            <a:lvl5pPr lvl="4" algn="ctr">
              <a:buNone/>
              <a:defRPr>
                <a:solidFill>
                  <a:schemeClr val="dk2"/>
                </a:solidFill>
              </a:defRPr>
            </a:lvl5pPr>
            <a:lvl6pPr lvl="5" algn="ctr">
              <a:buNone/>
              <a:defRPr>
                <a:solidFill>
                  <a:schemeClr val="dk2"/>
                </a:solidFill>
              </a:defRPr>
            </a:lvl6pPr>
            <a:lvl7pPr lvl="6" algn="ctr">
              <a:buNone/>
              <a:defRPr>
                <a:solidFill>
                  <a:schemeClr val="dk2"/>
                </a:solidFill>
              </a:defRPr>
            </a:lvl7pPr>
            <a:lvl8pPr lvl="7" algn="ctr">
              <a:buNone/>
              <a:defRPr>
                <a:solidFill>
                  <a:schemeClr val="dk2"/>
                </a:solidFill>
              </a:defRPr>
            </a:lvl8pPr>
            <a:lvl9pPr lvl="8" algn="ctr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205" name="Google Shape;205;p29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206" name="Google Shape;206;p2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07" name="Google Shape;207;p29"/>
          <p:cNvSpPr txBox="1"/>
          <p:nvPr>
            <p:ph idx="1" type="subTitle"/>
          </p:nvPr>
        </p:nvSpPr>
        <p:spPr>
          <a:xfrm>
            <a:off x="937625" y="3071250"/>
            <a:ext cx="2175300" cy="86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08" name="Google Shape;208;p29"/>
          <p:cNvSpPr txBox="1"/>
          <p:nvPr>
            <p:ph idx="2" type="subTitle"/>
          </p:nvPr>
        </p:nvSpPr>
        <p:spPr>
          <a:xfrm>
            <a:off x="3484346" y="3071250"/>
            <a:ext cx="2175300" cy="86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09" name="Google Shape;209;p29"/>
          <p:cNvSpPr txBox="1"/>
          <p:nvPr>
            <p:ph idx="3" type="subTitle"/>
          </p:nvPr>
        </p:nvSpPr>
        <p:spPr>
          <a:xfrm>
            <a:off x="6031074" y="3071250"/>
            <a:ext cx="2175300" cy="86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10" name="Google Shape;210;p29"/>
          <p:cNvSpPr txBox="1"/>
          <p:nvPr>
            <p:ph idx="4" type="subTitle"/>
          </p:nvPr>
        </p:nvSpPr>
        <p:spPr>
          <a:xfrm>
            <a:off x="937625" y="2690250"/>
            <a:ext cx="2175300" cy="3657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11" name="Google Shape;211;p29"/>
          <p:cNvSpPr txBox="1"/>
          <p:nvPr>
            <p:ph idx="5" type="subTitle"/>
          </p:nvPr>
        </p:nvSpPr>
        <p:spPr>
          <a:xfrm>
            <a:off x="3484347" y="2690250"/>
            <a:ext cx="2175300" cy="3657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12" name="Google Shape;212;p29"/>
          <p:cNvSpPr txBox="1"/>
          <p:nvPr>
            <p:ph idx="6" type="subTitle"/>
          </p:nvPr>
        </p:nvSpPr>
        <p:spPr>
          <a:xfrm>
            <a:off x="6031075" y="2690250"/>
            <a:ext cx="2175300" cy="3657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6_1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0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5" name="Google Shape;215;p30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216" name="Google Shape;216;p30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7" name="Google Shape;217;p30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218" name="Google Shape;218;p30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219" name="Google Shape;219;p30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None/>
              <a:defRPr>
                <a:solidFill>
                  <a:schemeClr val="dk2"/>
                </a:solidFill>
              </a:defRPr>
            </a:lvl1pPr>
            <a:lvl2pPr lvl="1" algn="ctr">
              <a:buNone/>
              <a:defRPr>
                <a:solidFill>
                  <a:schemeClr val="dk2"/>
                </a:solidFill>
              </a:defRPr>
            </a:lvl2pPr>
            <a:lvl3pPr lvl="2" algn="ctr">
              <a:buNone/>
              <a:defRPr>
                <a:solidFill>
                  <a:schemeClr val="dk2"/>
                </a:solidFill>
              </a:defRPr>
            </a:lvl3pPr>
            <a:lvl4pPr lvl="3" algn="ctr">
              <a:buNone/>
              <a:defRPr>
                <a:solidFill>
                  <a:schemeClr val="dk2"/>
                </a:solidFill>
              </a:defRPr>
            </a:lvl4pPr>
            <a:lvl5pPr lvl="4" algn="ctr">
              <a:buNone/>
              <a:defRPr>
                <a:solidFill>
                  <a:schemeClr val="dk2"/>
                </a:solidFill>
              </a:defRPr>
            </a:lvl5pPr>
            <a:lvl6pPr lvl="5" algn="ctr">
              <a:buNone/>
              <a:defRPr>
                <a:solidFill>
                  <a:schemeClr val="dk2"/>
                </a:solidFill>
              </a:defRPr>
            </a:lvl6pPr>
            <a:lvl7pPr lvl="6" algn="ctr">
              <a:buNone/>
              <a:defRPr>
                <a:solidFill>
                  <a:schemeClr val="dk2"/>
                </a:solidFill>
              </a:defRPr>
            </a:lvl7pPr>
            <a:lvl8pPr lvl="7" algn="ctr">
              <a:buNone/>
              <a:defRPr>
                <a:solidFill>
                  <a:schemeClr val="dk2"/>
                </a:solidFill>
              </a:defRPr>
            </a:lvl8pPr>
            <a:lvl9pPr lvl="8" algn="ctr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220" name="Google Shape;220;p30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221" name="Google Shape;221;p3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2" name="Google Shape;222;p30"/>
          <p:cNvSpPr txBox="1"/>
          <p:nvPr>
            <p:ph idx="1" type="subTitle"/>
          </p:nvPr>
        </p:nvSpPr>
        <p:spPr>
          <a:xfrm>
            <a:off x="720025" y="1610942"/>
            <a:ext cx="7704000" cy="53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23" name="Google Shape;223;p30"/>
          <p:cNvSpPr txBox="1"/>
          <p:nvPr>
            <p:ph idx="2" type="subTitle"/>
          </p:nvPr>
        </p:nvSpPr>
        <p:spPr>
          <a:xfrm>
            <a:off x="720025" y="2731125"/>
            <a:ext cx="77040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24" name="Google Shape;224;p30"/>
          <p:cNvSpPr txBox="1"/>
          <p:nvPr>
            <p:ph idx="3" type="subTitle"/>
          </p:nvPr>
        </p:nvSpPr>
        <p:spPr>
          <a:xfrm>
            <a:off x="720025" y="3851625"/>
            <a:ext cx="77040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25" name="Google Shape;225;p30"/>
          <p:cNvSpPr txBox="1"/>
          <p:nvPr>
            <p:ph idx="4" type="subTitle"/>
          </p:nvPr>
        </p:nvSpPr>
        <p:spPr>
          <a:xfrm>
            <a:off x="720025" y="1241274"/>
            <a:ext cx="7704000" cy="3936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26" name="Google Shape;226;p30"/>
          <p:cNvSpPr txBox="1"/>
          <p:nvPr>
            <p:ph idx="5" type="subTitle"/>
          </p:nvPr>
        </p:nvSpPr>
        <p:spPr>
          <a:xfrm>
            <a:off x="720025" y="2350125"/>
            <a:ext cx="7704000" cy="3936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27" name="Google Shape;227;p30"/>
          <p:cNvSpPr txBox="1"/>
          <p:nvPr>
            <p:ph idx="6" type="subTitle"/>
          </p:nvPr>
        </p:nvSpPr>
        <p:spPr>
          <a:xfrm>
            <a:off x="720025" y="3470625"/>
            <a:ext cx="7704000" cy="3936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2">
  <p:cSld name="CUSTOM_6_1_1"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1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30" name="Google Shape;230;p31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231" name="Google Shape;231;p31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32" name="Google Shape;232;p31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233" name="Google Shape;233;p31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234" name="Google Shape;234;p31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None/>
              <a:defRPr>
                <a:solidFill>
                  <a:schemeClr val="dk2"/>
                </a:solidFill>
              </a:defRPr>
            </a:lvl1pPr>
            <a:lvl2pPr lvl="1" algn="ctr">
              <a:buNone/>
              <a:defRPr>
                <a:solidFill>
                  <a:schemeClr val="dk2"/>
                </a:solidFill>
              </a:defRPr>
            </a:lvl2pPr>
            <a:lvl3pPr lvl="2" algn="ctr">
              <a:buNone/>
              <a:defRPr>
                <a:solidFill>
                  <a:schemeClr val="dk2"/>
                </a:solidFill>
              </a:defRPr>
            </a:lvl3pPr>
            <a:lvl4pPr lvl="3" algn="ctr">
              <a:buNone/>
              <a:defRPr>
                <a:solidFill>
                  <a:schemeClr val="dk2"/>
                </a:solidFill>
              </a:defRPr>
            </a:lvl4pPr>
            <a:lvl5pPr lvl="4" algn="ctr">
              <a:buNone/>
              <a:defRPr>
                <a:solidFill>
                  <a:schemeClr val="dk2"/>
                </a:solidFill>
              </a:defRPr>
            </a:lvl5pPr>
            <a:lvl6pPr lvl="5" algn="ctr">
              <a:buNone/>
              <a:defRPr>
                <a:solidFill>
                  <a:schemeClr val="dk2"/>
                </a:solidFill>
              </a:defRPr>
            </a:lvl6pPr>
            <a:lvl7pPr lvl="6" algn="ctr">
              <a:buNone/>
              <a:defRPr>
                <a:solidFill>
                  <a:schemeClr val="dk2"/>
                </a:solidFill>
              </a:defRPr>
            </a:lvl7pPr>
            <a:lvl8pPr lvl="7" algn="ctr">
              <a:buNone/>
              <a:defRPr>
                <a:solidFill>
                  <a:schemeClr val="dk2"/>
                </a:solidFill>
              </a:defRPr>
            </a:lvl8pPr>
            <a:lvl9pPr lvl="8" algn="ctr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235" name="Google Shape;235;p31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236" name="Google Shape;236;p3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7" name="Google Shape;237;p31"/>
          <p:cNvSpPr txBox="1"/>
          <p:nvPr>
            <p:ph idx="1" type="subTitle"/>
          </p:nvPr>
        </p:nvSpPr>
        <p:spPr>
          <a:xfrm>
            <a:off x="1381625" y="1718025"/>
            <a:ext cx="70425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38" name="Google Shape;238;p31"/>
          <p:cNvSpPr txBox="1"/>
          <p:nvPr>
            <p:ph idx="2" type="subTitle"/>
          </p:nvPr>
        </p:nvSpPr>
        <p:spPr>
          <a:xfrm>
            <a:off x="1381635" y="2861025"/>
            <a:ext cx="70425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39" name="Google Shape;239;p31"/>
          <p:cNvSpPr txBox="1"/>
          <p:nvPr>
            <p:ph idx="3" type="subTitle"/>
          </p:nvPr>
        </p:nvSpPr>
        <p:spPr>
          <a:xfrm>
            <a:off x="1381635" y="4004025"/>
            <a:ext cx="70425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40" name="Google Shape;240;p31"/>
          <p:cNvSpPr txBox="1"/>
          <p:nvPr>
            <p:ph idx="4" type="subTitle"/>
          </p:nvPr>
        </p:nvSpPr>
        <p:spPr>
          <a:xfrm>
            <a:off x="1381625" y="1406025"/>
            <a:ext cx="7042500" cy="3336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41" name="Google Shape;241;p31"/>
          <p:cNvSpPr txBox="1"/>
          <p:nvPr>
            <p:ph idx="5" type="subTitle"/>
          </p:nvPr>
        </p:nvSpPr>
        <p:spPr>
          <a:xfrm>
            <a:off x="1381625" y="2526575"/>
            <a:ext cx="7042500" cy="3336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42" name="Google Shape;242;p31"/>
          <p:cNvSpPr txBox="1"/>
          <p:nvPr>
            <p:ph idx="6" type="subTitle"/>
          </p:nvPr>
        </p:nvSpPr>
        <p:spPr>
          <a:xfrm>
            <a:off x="1381625" y="3647125"/>
            <a:ext cx="7042500" cy="3336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2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45" name="Google Shape;245;p32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246" name="Google Shape;246;p32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47" name="Google Shape;247;p32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248" name="Google Shape;248;p32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249" name="Google Shape;249;p32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None/>
              <a:defRPr>
                <a:solidFill>
                  <a:schemeClr val="dk2"/>
                </a:solidFill>
              </a:defRPr>
            </a:lvl1pPr>
            <a:lvl2pPr lvl="1" algn="ctr">
              <a:buNone/>
              <a:defRPr>
                <a:solidFill>
                  <a:schemeClr val="dk2"/>
                </a:solidFill>
              </a:defRPr>
            </a:lvl2pPr>
            <a:lvl3pPr lvl="2" algn="ctr">
              <a:buNone/>
              <a:defRPr>
                <a:solidFill>
                  <a:schemeClr val="dk2"/>
                </a:solidFill>
              </a:defRPr>
            </a:lvl3pPr>
            <a:lvl4pPr lvl="3" algn="ctr">
              <a:buNone/>
              <a:defRPr>
                <a:solidFill>
                  <a:schemeClr val="dk2"/>
                </a:solidFill>
              </a:defRPr>
            </a:lvl4pPr>
            <a:lvl5pPr lvl="4" algn="ctr">
              <a:buNone/>
              <a:defRPr>
                <a:solidFill>
                  <a:schemeClr val="dk2"/>
                </a:solidFill>
              </a:defRPr>
            </a:lvl5pPr>
            <a:lvl6pPr lvl="5" algn="ctr">
              <a:buNone/>
              <a:defRPr>
                <a:solidFill>
                  <a:schemeClr val="dk2"/>
                </a:solidFill>
              </a:defRPr>
            </a:lvl6pPr>
            <a:lvl7pPr lvl="6" algn="ctr">
              <a:buNone/>
              <a:defRPr>
                <a:solidFill>
                  <a:schemeClr val="dk2"/>
                </a:solidFill>
              </a:defRPr>
            </a:lvl7pPr>
            <a:lvl8pPr lvl="7" algn="ctr">
              <a:buNone/>
              <a:defRPr>
                <a:solidFill>
                  <a:schemeClr val="dk2"/>
                </a:solidFill>
              </a:defRPr>
            </a:lvl8pPr>
            <a:lvl9pPr lvl="8" algn="ctr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250" name="Google Shape;250;p32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251" name="Google Shape;251;p3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52" name="Google Shape;252;p32"/>
          <p:cNvSpPr txBox="1"/>
          <p:nvPr>
            <p:ph idx="1" type="subTitle"/>
          </p:nvPr>
        </p:nvSpPr>
        <p:spPr>
          <a:xfrm>
            <a:off x="1545775" y="1975263"/>
            <a:ext cx="2556900" cy="9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53" name="Google Shape;253;p32"/>
          <p:cNvSpPr txBox="1"/>
          <p:nvPr>
            <p:ph idx="2" type="subTitle"/>
          </p:nvPr>
        </p:nvSpPr>
        <p:spPr>
          <a:xfrm>
            <a:off x="5041325" y="1975263"/>
            <a:ext cx="2556900" cy="9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54" name="Google Shape;254;p32"/>
          <p:cNvSpPr txBox="1"/>
          <p:nvPr>
            <p:ph idx="3" type="subTitle"/>
          </p:nvPr>
        </p:nvSpPr>
        <p:spPr>
          <a:xfrm>
            <a:off x="1545775" y="3691500"/>
            <a:ext cx="2556900" cy="9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55" name="Google Shape;255;p32"/>
          <p:cNvSpPr txBox="1"/>
          <p:nvPr>
            <p:ph idx="4" type="subTitle"/>
          </p:nvPr>
        </p:nvSpPr>
        <p:spPr>
          <a:xfrm>
            <a:off x="5041325" y="3691500"/>
            <a:ext cx="2556900" cy="9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56" name="Google Shape;256;p32"/>
          <p:cNvSpPr txBox="1"/>
          <p:nvPr>
            <p:ph idx="5" type="subTitle"/>
          </p:nvPr>
        </p:nvSpPr>
        <p:spPr>
          <a:xfrm>
            <a:off x="1545775" y="1670463"/>
            <a:ext cx="2556900" cy="3549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57" name="Google Shape;257;p32"/>
          <p:cNvSpPr txBox="1"/>
          <p:nvPr>
            <p:ph idx="6" type="subTitle"/>
          </p:nvPr>
        </p:nvSpPr>
        <p:spPr>
          <a:xfrm>
            <a:off x="5041325" y="1670463"/>
            <a:ext cx="2556900" cy="3549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58" name="Google Shape;258;p32"/>
          <p:cNvSpPr txBox="1"/>
          <p:nvPr>
            <p:ph idx="7" type="subTitle"/>
          </p:nvPr>
        </p:nvSpPr>
        <p:spPr>
          <a:xfrm>
            <a:off x="1545775" y="3386700"/>
            <a:ext cx="2556900" cy="3549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59" name="Google Shape;259;p32"/>
          <p:cNvSpPr txBox="1"/>
          <p:nvPr>
            <p:ph idx="8" type="subTitle"/>
          </p:nvPr>
        </p:nvSpPr>
        <p:spPr>
          <a:xfrm>
            <a:off x="5041325" y="3386700"/>
            <a:ext cx="2556900" cy="3549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_1"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3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62" name="Google Shape;262;p33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263" name="Google Shape;263;p33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64" name="Google Shape;264;p33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265" name="Google Shape;265;p33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266" name="Google Shape;266;p33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None/>
              <a:defRPr>
                <a:solidFill>
                  <a:schemeClr val="dk2"/>
                </a:solidFill>
              </a:defRPr>
            </a:lvl1pPr>
            <a:lvl2pPr lvl="1" algn="ctr">
              <a:buNone/>
              <a:defRPr>
                <a:solidFill>
                  <a:schemeClr val="dk2"/>
                </a:solidFill>
              </a:defRPr>
            </a:lvl2pPr>
            <a:lvl3pPr lvl="2" algn="ctr">
              <a:buNone/>
              <a:defRPr>
                <a:solidFill>
                  <a:schemeClr val="dk2"/>
                </a:solidFill>
              </a:defRPr>
            </a:lvl3pPr>
            <a:lvl4pPr lvl="3" algn="ctr">
              <a:buNone/>
              <a:defRPr>
                <a:solidFill>
                  <a:schemeClr val="dk2"/>
                </a:solidFill>
              </a:defRPr>
            </a:lvl4pPr>
            <a:lvl5pPr lvl="4" algn="ctr">
              <a:buNone/>
              <a:defRPr>
                <a:solidFill>
                  <a:schemeClr val="dk2"/>
                </a:solidFill>
              </a:defRPr>
            </a:lvl5pPr>
            <a:lvl6pPr lvl="5" algn="ctr">
              <a:buNone/>
              <a:defRPr>
                <a:solidFill>
                  <a:schemeClr val="dk2"/>
                </a:solidFill>
              </a:defRPr>
            </a:lvl6pPr>
            <a:lvl7pPr lvl="6" algn="ctr">
              <a:buNone/>
              <a:defRPr>
                <a:solidFill>
                  <a:schemeClr val="dk2"/>
                </a:solidFill>
              </a:defRPr>
            </a:lvl7pPr>
            <a:lvl8pPr lvl="7" algn="ctr">
              <a:buNone/>
              <a:defRPr>
                <a:solidFill>
                  <a:schemeClr val="dk2"/>
                </a:solidFill>
              </a:defRPr>
            </a:lvl8pPr>
            <a:lvl9pPr lvl="8" algn="ctr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267" name="Google Shape;267;p33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268" name="Google Shape;268;p3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9" name="Google Shape;269;p33"/>
          <p:cNvSpPr txBox="1"/>
          <p:nvPr>
            <p:ph idx="1" type="subTitle"/>
          </p:nvPr>
        </p:nvSpPr>
        <p:spPr>
          <a:xfrm>
            <a:off x="903950" y="2149201"/>
            <a:ext cx="21912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70" name="Google Shape;270;p33"/>
          <p:cNvSpPr txBox="1"/>
          <p:nvPr>
            <p:ph idx="2" type="subTitle"/>
          </p:nvPr>
        </p:nvSpPr>
        <p:spPr>
          <a:xfrm>
            <a:off x="3478550" y="2149201"/>
            <a:ext cx="21825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71" name="Google Shape;271;p33"/>
          <p:cNvSpPr txBox="1"/>
          <p:nvPr>
            <p:ph idx="3" type="subTitle"/>
          </p:nvPr>
        </p:nvSpPr>
        <p:spPr>
          <a:xfrm>
            <a:off x="903950" y="3579425"/>
            <a:ext cx="21912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72" name="Google Shape;272;p33"/>
          <p:cNvSpPr txBox="1"/>
          <p:nvPr>
            <p:ph idx="4" type="subTitle"/>
          </p:nvPr>
        </p:nvSpPr>
        <p:spPr>
          <a:xfrm>
            <a:off x="3478550" y="3579425"/>
            <a:ext cx="21825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73" name="Google Shape;273;p33"/>
          <p:cNvSpPr txBox="1"/>
          <p:nvPr>
            <p:ph idx="5" type="subTitle"/>
          </p:nvPr>
        </p:nvSpPr>
        <p:spPr>
          <a:xfrm>
            <a:off x="6048850" y="2149201"/>
            <a:ext cx="21999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74" name="Google Shape;274;p33"/>
          <p:cNvSpPr txBox="1"/>
          <p:nvPr>
            <p:ph idx="6" type="subTitle"/>
          </p:nvPr>
        </p:nvSpPr>
        <p:spPr>
          <a:xfrm>
            <a:off x="6048850" y="3579425"/>
            <a:ext cx="21999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75" name="Google Shape;275;p33"/>
          <p:cNvSpPr txBox="1"/>
          <p:nvPr>
            <p:ph idx="7" type="subTitle"/>
          </p:nvPr>
        </p:nvSpPr>
        <p:spPr>
          <a:xfrm>
            <a:off x="908250" y="1656600"/>
            <a:ext cx="2182500" cy="4425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76" name="Google Shape;276;p33"/>
          <p:cNvSpPr txBox="1"/>
          <p:nvPr>
            <p:ph idx="8" type="subTitle"/>
          </p:nvPr>
        </p:nvSpPr>
        <p:spPr>
          <a:xfrm>
            <a:off x="3482836" y="1656600"/>
            <a:ext cx="2173800" cy="4425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77" name="Google Shape;277;p33"/>
          <p:cNvSpPr txBox="1"/>
          <p:nvPr>
            <p:ph idx="9" type="subTitle"/>
          </p:nvPr>
        </p:nvSpPr>
        <p:spPr>
          <a:xfrm>
            <a:off x="6053173" y="1656600"/>
            <a:ext cx="2191200" cy="4425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78" name="Google Shape;278;p33"/>
          <p:cNvSpPr txBox="1"/>
          <p:nvPr>
            <p:ph idx="13" type="subTitle"/>
          </p:nvPr>
        </p:nvSpPr>
        <p:spPr>
          <a:xfrm>
            <a:off x="908250" y="3086800"/>
            <a:ext cx="2182500" cy="4425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79" name="Google Shape;279;p33"/>
          <p:cNvSpPr txBox="1"/>
          <p:nvPr>
            <p:ph idx="14" type="subTitle"/>
          </p:nvPr>
        </p:nvSpPr>
        <p:spPr>
          <a:xfrm>
            <a:off x="3482836" y="3086800"/>
            <a:ext cx="2173800" cy="4425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80" name="Google Shape;280;p33"/>
          <p:cNvSpPr txBox="1"/>
          <p:nvPr>
            <p:ph idx="15" type="subTitle"/>
          </p:nvPr>
        </p:nvSpPr>
        <p:spPr>
          <a:xfrm>
            <a:off x="6053173" y="3086800"/>
            <a:ext cx="2191200" cy="4425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_1"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4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83" name="Google Shape;283;p34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284" name="Google Shape;284;p34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85" name="Google Shape;285;p34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286" name="Google Shape;286;p34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287" name="Google Shape;287;p34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None/>
              <a:defRPr>
                <a:solidFill>
                  <a:schemeClr val="dk2"/>
                </a:solidFill>
              </a:defRPr>
            </a:lvl1pPr>
            <a:lvl2pPr lvl="1" algn="ctr">
              <a:buNone/>
              <a:defRPr>
                <a:solidFill>
                  <a:schemeClr val="dk2"/>
                </a:solidFill>
              </a:defRPr>
            </a:lvl2pPr>
            <a:lvl3pPr lvl="2" algn="ctr">
              <a:buNone/>
              <a:defRPr>
                <a:solidFill>
                  <a:schemeClr val="dk2"/>
                </a:solidFill>
              </a:defRPr>
            </a:lvl3pPr>
            <a:lvl4pPr lvl="3" algn="ctr">
              <a:buNone/>
              <a:defRPr>
                <a:solidFill>
                  <a:schemeClr val="dk2"/>
                </a:solidFill>
              </a:defRPr>
            </a:lvl4pPr>
            <a:lvl5pPr lvl="4" algn="ctr">
              <a:buNone/>
              <a:defRPr>
                <a:solidFill>
                  <a:schemeClr val="dk2"/>
                </a:solidFill>
              </a:defRPr>
            </a:lvl5pPr>
            <a:lvl6pPr lvl="5" algn="ctr">
              <a:buNone/>
              <a:defRPr>
                <a:solidFill>
                  <a:schemeClr val="dk2"/>
                </a:solidFill>
              </a:defRPr>
            </a:lvl6pPr>
            <a:lvl7pPr lvl="6" algn="ctr">
              <a:buNone/>
              <a:defRPr>
                <a:solidFill>
                  <a:schemeClr val="dk2"/>
                </a:solidFill>
              </a:defRPr>
            </a:lvl7pPr>
            <a:lvl8pPr lvl="7" algn="ctr">
              <a:buNone/>
              <a:defRPr>
                <a:solidFill>
                  <a:schemeClr val="dk2"/>
                </a:solidFill>
              </a:defRPr>
            </a:lvl8pPr>
            <a:lvl9pPr lvl="8" algn="ctr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288" name="Google Shape;288;p34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289" name="Google Shape;289;p34"/>
          <p:cNvSpPr txBox="1"/>
          <p:nvPr>
            <p:ph hasCustomPrompt="1" type="title"/>
          </p:nvPr>
        </p:nvSpPr>
        <p:spPr>
          <a:xfrm>
            <a:off x="2223600" y="552112"/>
            <a:ext cx="4696800" cy="768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90" name="Google Shape;290;p34"/>
          <p:cNvSpPr txBox="1"/>
          <p:nvPr>
            <p:ph idx="1" type="subTitle"/>
          </p:nvPr>
        </p:nvSpPr>
        <p:spPr>
          <a:xfrm>
            <a:off x="2223600" y="1364275"/>
            <a:ext cx="4696800" cy="4287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291" name="Google Shape;291;p34"/>
          <p:cNvSpPr txBox="1"/>
          <p:nvPr>
            <p:ph hasCustomPrompt="1" idx="2" type="title"/>
          </p:nvPr>
        </p:nvSpPr>
        <p:spPr>
          <a:xfrm>
            <a:off x="2223600" y="1904368"/>
            <a:ext cx="4696800" cy="768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92" name="Google Shape;292;p34"/>
          <p:cNvSpPr txBox="1"/>
          <p:nvPr>
            <p:ph idx="3" type="subTitle"/>
          </p:nvPr>
        </p:nvSpPr>
        <p:spPr>
          <a:xfrm>
            <a:off x="2223600" y="2716527"/>
            <a:ext cx="4696800" cy="4467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293" name="Google Shape;293;p34"/>
          <p:cNvSpPr txBox="1"/>
          <p:nvPr>
            <p:ph hasCustomPrompt="1" idx="4" type="title"/>
          </p:nvPr>
        </p:nvSpPr>
        <p:spPr>
          <a:xfrm>
            <a:off x="2223600" y="3256624"/>
            <a:ext cx="4696800" cy="768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94" name="Google Shape;294;p34"/>
          <p:cNvSpPr txBox="1"/>
          <p:nvPr>
            <p:ph idx="5" type="subTitle"/>
          </p:nvPr>
        </p:nvSpPr>
        <p:spPr>
          <a:xfrm>
            <a:off x="2223600" y="4068797"/>
            <a:ext cx="4696800" cy="4467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5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35"/>
          <p:cNvSpPr txBox="1"/>
          <p:nvPr>
            <p:ph type="title"/>
          </p:nvPr>
        </p:nvSpPr>
        <p:spPr>
          <a:xfrm>
            <a:off x="2347938" y="540000"/>
            <a:ext cx="44481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75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98" name="Google Shape;298;p35"/>
          <p:cNvSpPr txBox="1"/>
          <p:nvPr>
            <p:ph idx="1" type="subTitle"/>
          </p:nvPr>
        </p:nvSpPr>
        <p:spPr>
          <a:xfrm>
            <a:off x="2347900" y="1717825"/>
            <a:ext cx="4448100" cy="12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99" name="Google Shape;299;p35"/>
          <p:cNvSpPr txBox="1"/>
          <p:nvPr/>
        </p:nvSpPr>
        <p:spPr>
          <a:xfrm>
            <a:off x="2099100" y="3611950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CREDITS: This presentation template was created by </a:t>
            </a:r>
            <a:r>
              <a:rPr b="1" lang="en-GB" sz="1200" u="sng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b="1" lang="en-GB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,</a:t>
            </a:r>
            <a:r>
              <a:rPr lang="en-GB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and includes icons by</a:t>
            </a:r>
            <a:r>
              <a:rPr b="1" lang="en-GB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b="1" lang="en-GB" sz="1200" u="sng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1" lang="en-GB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,</a:t>
            </a:r>
            <a:r>
              <a:rPr lang="en-GB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and infographics &amp; images by </a:t>
            </a:r>
            <a:r>
              <a:rPr b="1" lang="en-GB" sz="1200" u="sng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b="1" lang="en-GB" sz="1200" u="sng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endParaRPr b="1" sz="1200" u="sng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cxnSp>
        <p:nvCxnSpPr>
          <p:cNvPr id="300" name="Google Shape;300;p35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301" name="Google Shape;301;p35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02" name="Google Shape;302;p35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303" name="Google Shape;303;p35"/>
          <p:cNvCxnSpPr/>
          <p:nvPr/>
        </p:nvCxnSpPr>
        <p:spPr>
          <a:xfrm flipH="1" rot="10800000">
            <a:off x="347659" y="4749851"/>
            <a:ext cx="8448600" cy="33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oval"/>
          </a:ln>
        </p:spPr>
      </p:cxn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7"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6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3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307" name="Google Shape;307;p36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308" name="Google Shape;308;p36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09" name="Google Shape;309;p36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310" name="Google Shape;310;p36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311" name="Google Shape;311;p36"/>
          <p:cNvSpPr txBox="1"/>
          <p:nvPr>
            <p:ph idx="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None/>
              <a:defRPr>
                <a:solidFill>
                  <a:schemeClr val="lt1"/>
                </a:solidFill>
              </a:defRPr>
            </a:lvl1pPr>
            <a:lvl2pPr lvl="1" algn="ctr">
              <a:buNone/>
              <a:defRPr>
                <a:solidFill>
                  <a:schemeClr val="lt1"/>
                </a:solidFill>
              </a:defRPr>
            </a:lvl2pPr>
            <a:lvl3pPr lvl="2" algn="ctr">
              <a:buNone/>
              <a:defRPr>
                <a:solidFill>
                  <a:schemeClr val="lt1"/>
                </a:solidFill>
              </a:defRPr>
            </a:lvl3pPr>
            <a:lvl4pPr lvl="3" algn="ctr">
              <a:buNone/>
              <a:defRPr>
                <a:solidFill>
                  <a:schemeClr val="lt1"/>
                </a:solidFill>
              </a:defRPr>
            </a:lvl4pPr>
            <a:lvl5pPr lvl="4" algn="ctr">
              <a:buNone/>
              <a:defRPr>
                <a:solidFill>
                  <a:schemeClr val="lt1"/>
                </a:solidFill>
              </a:defRPr>
            </a:lvl5pPr>
            <a:lvl6pPr lvl="5" algn="ctr">
              <a:buNone/>
              <a:defRPr>
                <a:solidFill>
                  <a:schemeClr val="lt1"/>
                </a:solidFill>
              </a:defRPr>
            </a:lvl6pPr>
            <a:lvl7pPr lvl="6" algn="ctr">
              <a:buNone/>
              <a:defRPr>
                <a:solidFill>
                  <a:schemeClr val="lt1"/>
                </a:solidFill>
              </a:defRPr>
            </a:lvl7pPr>
            <a:lvl8pPr lvl="7" algn="ctr">
              <a:buNone/>
              <a:defRPr>
                <a:solidFill>
                  <a:schemeClr val="lt1"/>
                </a:solidFill>
              </a:defRPr>
            </a:lvl8pPr>
            <a:lvl9pPr lvl="8" algn="ctr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312" name="Google Shape;312;p36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8"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15" name="Google Shape;315;p37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16" name="Google Shape;316;p37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317" name="Google Shape;317;p37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18" name="Google Shape;318;p37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319" name="Google Shape;319;p37"/>
          <p:cNvCxnSpPr/>
          <p:nvPr/>
        </p:nvCxnSpPr>
        <p:spPr>
          <a:xfrm flipH="1" rot="10800000">
            <a:off x="347659" y="4749851"/>
            <a:ext cx="8448600" cy="33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oval"/>
          </a:ln>
        </p:spPr>
      </p:cxn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1"/>
        </a:solidFill>
      </p:bgPr>
    </p:bg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39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39"/>
          <p:cNvSpPr txBox="1"/>
          <p:nvPr>
            <p:ph type="ctrTitle"/>
          </p:nvPr>
        </p:nvSpPr>
        <p:spPr>
          <a:xfrm>
            <a:off x="1609200" y="1424875"/>
            <a:ext cx="5925600" cy="20793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b="0" sz="7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27" name="Google Shape;327;p39"/>
          <p:cNvSpPr txBox="1"/>
          <p:nvPr>
            <p:ph idx="1" type="subTitle"/>
          </p:nvPr>
        </p:nvSpPr>
        <p:spPr>
          <a:xfrm>
            <a:off x="1609200" y="3573775"/>
            <a:ext cx="5942700" cy="4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lt1"/>
        </a:solidFill>
      </p:bgPr>
    </p:bg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40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40"/>
          <p:cNvSpPr txBox="1"/>
          <p:nvPr>
            <p:ph type="title"/>
          </p:nvPr>
        </p:nvSpPr>
        <p:spPr>
          <a:xfrm>
            <a:off x="3579950" y="1854500"/>
            <a:ext cx="36048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31" name="Google Shape;331;p40"/>
          <p:cNvSpPr txBox="1"/>
          <p:nvPr>
            <p:ph hasCustomPrompt="1" idx="2" type="title"/>
          </p:nvPr>
        </p:nvSpPr>
        <p:spPr>
          <a:xfrm>
            <a:off x="1959250" y="1854500"/>
            <a:ext cx="11898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332" name="Google Shape;332;p40"/>
          <p:cNvSpPr txBox="1"/>
          <p:nvPr>
            <p:ph idx="1" type="subTitle"/>
          </p:nvPr>
        </p:nvSpPr>
        <p:spPr>
          <a:xfrm>
            <a:off x="1959250" y="2939075"/>
            <a:ext cx="5225400" cy="446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333" name="Google Shape;333;p40"/>
          <p:cNvCxnSpPr/>
          <p:nvPr/>
        </p:nvCxnSpPr>
        <p:spPr>
          <a:xfrm rot="10800000">
            <a:off x="8761325" y="2079300"/>
            <a:ext cx="0" cy="9849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oval"/>
          </a:ln>
        </p:spPr>
      </p:cxnSp>
      <p:cxnSp>
        <p:nvCxnSpPr>
          <p:cNvPr id="334" name="Google Shape;334;p40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335" name="Google Shape;335;p40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36" name="Google Shape;336;p40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337" name="Google Shape;337;p40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338" name="Google Shape;338;p40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None/>
              <a:defRPr>
                <a:solidFill>
                  <a:schemeClr val="dk2"/>
                </a:solidFill>
              </a:defRPr>
            </a:lvl1pPr>
            <a:lvl2pPr lvl="1" algn="ctr">
              <a:buNone/>
              <a:defRPr>
                <a:solidFill>
                  <a:schemeClr val="dk2"/>
                </a:solidFill>
              </a:defRPr>
            </a:lvl2pPr>
            <a:lvl3pPr lvl="2" algn="ctr">
              <a:buNone/>
              <a:defRPr>
                <a:solidFill>
                  <a:schemeClr val="dk2"/>
                </a:solidFill>
              </a:defRPr>
            </a:lvl3pPr>
            <a:lvl4pPr lvl="3" algn="ctr">
              <a:buNone/>
              <a:defRPr>
                <a:solidFill>
                  <a:schemeClr val="dk2"/>
                </a:solidFill>
              </a:defRPr>
            </a:lvl4pPr>
            <a:lvl5pPr lvl="4" algn="ctr">
              <a:buNone/>
              <a:defRPr>
                <a:solidFill>
                  <a:schemeClr val="dk2"/>
                </a:solidFill>
              </a:defRPr>
            </a:lvl5pPr>
            <a:lvl6pPr lvl="5" algn="ctr">
              <a:buNone/>
              <a:defRPr>
                <a:solidFill>
                  <a:schemeClr val="dk2"/>
                </a:solidFill>
              </a:defRPr>
            </a:lvl6pPr>
            <a:lvl7pPr lvl="6" algn="ctr">
              <a:buNone/>
              <a:defRPr>
                <a:solidFill>
                  <a:schemeClr val="dk2"/>
                </a:solidFill>
              </a:defRPr>
            </a:lvl7pPr>
            <a:lvl8pPr lvl="7" algn="ctr">
              <a:buNone/>
              <a:defRPr>
                <a:solidFill>
                  <a:schemeClr val="dk2"/>
                </a:solidFill>
              </a:defRPr>
            </a:lvl8pPr>
            <a:lvl9pPr lvl="8" algn="ctr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339" name="Google Shape;339;p40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340" name="Google Shape;340;p40"/>
          <p:cNvCxnSpPr/>
          <p:nvPr/>
        </p:nvCxnSpPr>
        <p:spPr>
          <a:xfrm rot="10800000">
            <a:off x="394350" y="2079300"/>
            <a:ext cx="0" cy="9849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oval"/>
          </a:ln>
        </p:spPr>
      </p:cxn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1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43" name="Google Shape;343;p41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344" name="Google Shape;344;p41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45" name="Google Shape;345;p41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346" name="Google Shape;346;p41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347" name="Google Shape;347;p41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None/>
              <a:defRPr>
                <a:solidFill>
                  <a:schemeClr val="dk2"/>
                </a:solidFill>
              </a:defRPr>
            </a:lvl1pPr>
            <a:lvl2pPr lvl="1" algn="ctr">
              <a:buNone/>
              <a:defRPr>
                <a:solidFill>
                  <a:schemeClr val="dk2"/>
                </a:solidFill>
              </a:defRPr>
            </a:lvl2pPr>
            <a:lvl3pPr lvl="2" algn="ctr">
              <a:buNone/>
              <a:defRPr>
                <a:solidFill>
                  <a:schemeClr val="dk2"/>
                </a:solidFill>
              </a:defRPr>
            </a:lvl3pPr>
            <a:lvl4pPr lvl="3" algn="ctr">
              <a:buNone/>
              <a:defRPr>
                <a:solidFill>
                  <a:schemeClr val="dk2"/>
                </a:solidFill>
              </a:defRPr>
            </a:lvl4pPr>
            <a:lvl5pPr lvl="4" algn="ctr">
              <a:buNone/>
              <a:defRPr>
                <a:solidFill>
                  <a:schemeClr val="dk2"/>
                </a:solidFill>
              </a:defRPr>
            </a:lvl5pPr>
            <a:lvl6pPr lvl="5" algn="ctr">
              <a:buNone/>
              <a:defRPr>
                <a:solidFill>
                  <a:schemeClr val="dk2"/>
                </a:solidFill>
              </a:defRPr>
            </a:lvl6pPr>
            <a:lvl7pPr lvl="6" algn="ctr">
              <a:buNone/>
              <a:defRPr>
                <a:solidFill>
                  <a:schemeClr val="dk2"/>
                </a:solidFill>
              </a:defRPr>
            </a:lvl7pPr>
            <a:lvl8pPr lvl="7" algn="ctr">
              <a:buNone/>
              <a:defRPr>
                <a:solidFill>
                  <a:schemeClr val="dk2"/>
                </a:solidFill>
              </a:defRPr>
            </a:lvl8pPr>
            <a:lvl9pPr lvl="8" algn="ctr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348" name="Google Shape;348;p41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349" name="Google Shape;349;p4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50" name="Google Shape;350;p41"/>
          <p:cNvSpPr txBox="1"/>
          <p:nvPr>
            <p:ph idx="1" type="body"/>
          </p:nvPr>
        </p:nvSpPr>
        <p:spPr>
          <a:xfrm>
            <a:off x="720000" y="1215750"/>
            <a:ext cx="7704000" cy="323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Nunito Ligh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C800"/>
              </a:buClr>
              <a:buSzPts val="1200"/>
              <a:buFont typeface="Nunito Light"/>
              <a:buChar char="■"/>
              <a:defRPr/>
            </a:lvl3pPr>
            <a:lvl4pPr indent="-3048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C800"/>
              </a:buClr>
              <a:buSzPts val="1200"/>
              <a:buFont typeface="Nunito Light"/>
              <a:buChar char="●"/>
              <a:defRPr/>
            </a:lvl4pPr>
            <a:lvl5pPr indent="-3048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○"/>
              <a:defRPr/>
            </a:lvl5pPr>
            <a:lvl6pPr indent="-3048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■"/>
              <a:defRPr/>
            </a:lvl6pPr>
            <a:lvl7pPr indent="-3048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●"/>
              <a:defRPr/>
            </a:lvl7pPr>
            <a:lvl8pPr indent="-3048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○"/>
              <a:defRPr/>
            </a:lvl8pPr>
            <a:lvl9pPr indent="-3048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2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42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53" name="Google Shape;353;p42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354" name="Google Shape;354;p42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55" name="Google Shape;355;p42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356" name="Google Shape;356;p42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357" name="Google Shape;357;p42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None/>
              <a:defRPr>
                <a:solidFill>
                  <a:schemeClr val="dk2"/>
                </a:solidFill>
              </a:defRPr>
            </a:lvl1pPr>
            <a:lvl2pPr lvl="1" algn="ctr">
              <a:buNone/>
              <a:defRPr>
                <a:solidFill>
                  <a:schemeClr val="dk2"/>
                </a:solidFill>
              </a:defRPr>
            </a:lvl2pPr>
            <a:lvl3pPr lvl="2" algn="ctr">
              <a:buNone/>
              <a:defRPr>
                <a:solidFill>
                  <a:schemeClr val="dk2"/>
                </a:solidFill>
              </a:defRPr>
            </a:lvl3pPr>
            <a:lvl4pPr lvl="3" algn="ctr">
              <a:buNone/>
              <a:defRPr>
                <a:solidFill>
                  <a:schemeClr val="dk2"/>
                </a:solidFill>
              </a:defRPr>
            </a:lvl4pPr>
            <a:lvl5pPr lvl="4" algn="ctr">
              <a:buNone/>
              <a:defRPr>
                <a:solidFill>
                  <a:schemeClr val="dk2"/>
                </a:solidFill>
              </a:defRPr>
            </a:lvl5pPr>
            <a:lvl6pPr lvl="5" algn="ctr">
              <a:buNone/>
              <a:defRPr>
                <a:solidFill>
                  <a:schemeClr val="dk2"/>
                </a:solidFill>
              </a:defRPr>
            </a:lvl6pPr>
            <a:lvl7pPr lvl="6" algn="ctr">
              <a:buNone/>
              <a:defRPr>
                <a:solidFill>
                  <a:schemeClr val="dk2"/>
                </a:solidFill>
              </a:defRPr>
            </a:lvl7pPr>
            <a:lvl8pPr lvl="7" algn="ctr">
              <a:buNone/>
              <a:defRPr>
                <a:solidFill>
                  <a:schemeClr val="dk2"/>
                </a:solidFill>
              </a:defRPr>
            </a:lvl8pPr>
            <a:lvl9pPr lvl="8" algn="ctr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358" name="Google Shape;358;p42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359" name="Google Shape;359;p4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0" name="Google Shape;360;p42"/>
          <p:cNvSpPr txBox="1"/>
          <p:nvPr>
            <p:ph idx="1" type="subTitle"/>
          </p:nvPr>
        </p:nvSpPr>
        <p:spPr>
          <a:xfrm>
            <a:off x="4747387" y="1872353"/>
            <a:ext cx="3698100" cy="27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b="0"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9pPr>
          </a:lstStyle>
          <a:p/>
        </p:txBody>
      </p:sp>
      <p:sp>
        <p:nvSpPr>
          <p:cNvPr id="361" name="Google Shape;361;p42"/>
          <p:cNvSpPr txBox="1"/>
          <p:nvPr>
            <p:ph idx="2" type="subTitle"/>
          </p:nvPr>
        </p:nvSpPr>
        <p:spPr>
          <a:xfrm>
            <a:off x="726675" y="1872353"/>
            <a:ext cx="3698100" cy="27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b="0" sz="1400"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9pPr>
          </a:lstStyle>
          <a:p/>
        </p:txBody>
      </p:sp>
      <p:sp>
        <p:nvSpPr>
          <p:cNvPr id="362" name="Google Shape;362;p42"/>
          <p:cNvSpPr txBox="1"/>
          <p:nvPr>
            <p:ph idx="3" type="subTitle"/>
          </p:nvPr>
        </p:nvSpPr>
        <p:spPr>
          <a:xfrm>
            <a:off x="726675" y="1313225"/>
            <a:ext cx="3698100" cy="4224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3" name="Google Shape;363;p42"/>
          <p:cNvSpPr txBox="1"/>
          <p:nvPr>
            <p:ph idx="4" type="subTitle"/>
          </p:nvPr>
        </p:nvSpPr>
        <p:spPr>
          <a:xfrm>
            <a:off x="4747375" y="1313225"/>
            <a:ext cx="3698100" cy="4224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43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66" name="Google Shape;366;p43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367" name="Google Shape;367;p43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68" name="Google Shape;368;p43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369" name="Google Shape;369;p43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370" name="Google Shape;370;p43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None/>
              <a:defRPr>
                <a:solidFill>
                  <a:schemeClr val="dk2"/>
                </a:solidFill>
              </a:defRPr>
            </a:lvl1pPr>
            <a:lvl2pPr lvl="1" algn="ctr">
              <a:buNone/>
              <a:defRPr>
                <a:solidFill>
                  <a:schemeClr val="dk2"/>
                </a:solidFill>
              </a:defRPr>
            </a:lvl2pPr>
            <a:lvl3pPr lvl="2" algn="ctr">
              <a:buNone/>
              <a:defRPr>
                <a:solidFill>
                  <a:schemeClr val="dk2"/>
                </a:solidFill>
              </a:defRPr>
            </a:lvl3pPr>
            <a:lvl4pPr lvl="3" algn="ctr">
              <a:buNone/>
              <a:defRPr>
                <a:solidFill>
                  <a:schemeClr val="dk2"/>
                </a:solidFill>
              </a:defRPr>
            </a:lvl4pPr>
            <a:lvl5pPr lvl="4" algn="ctr">
              <a:buNone/>
              <a:defRPr>
                <a:solidFill>
                  <a:schemeClr val="dk2"/>
                </a:solidFill>
              </a:defRPr>
            </a:lvl5pPr>
            <a:lvl6pPr lvl="5" algn="ctr">
              <a:buNone/>
              <a:defRPr>
                <a:solidFill>
                  <a:schemeClr val="dk2"/>
                </a:solidFill>
              </a:defRPr>
            </a:lvl6pPr>
            <a:lvl7pPr lvl="6" algn="ctr">
              <a:buNone/>
              <a:defRPr>
                <a:solidFill>
                  <a:schemeClr val="dk2"/>
                </a:solidFill>
              </a:defRPr>
            </a:lvl7pPr>
            <a:lvl8pPr lvl="7" algn="ctr">
              <a:buNone/>
              <a:defRPr>
                <a:solidFill>
                  <a:schemeClr val="dk2"/>
                </a:solidFill>
              </a:defRPr>
            </a:lvl8pPr>
            <a:lvl9pPr lvl="8" algn="ctr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371" name="Google Shape;371;p43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372" name="Google Shape;372;p4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44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75" name="Google Shape;375;p44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376" name="Google Shape;376;p44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77" name="Google Shape;377;p44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378" name="Google Shape;378;p44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379" name="Google Shape;379;p44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None/>
              <a:defRPr>
                <a:solidFill>
                  <a:schemeClr val="dk2"/>
                </a:solidFill>
              </a:defRPr>
            </a:lvl1pPr>
            <a:lvl2pPr lvl="1" algn="ctr">
              <a:buNone/>
              <a:defRPr>
                <a:solidFill>
                  <a:schemeClr val="dk2"/>
                </a:solidFill>
              </a:defRPr>
            </a:lvl2pPr>
            <a:lvl3pPr lvl="2" algn="ctr">
              <a:buNone/>
              <a:defRPr>
                <a:solidFill>
                  <a:schemeClr val="dk2"/>
                </a:solidFill>
              </a:defRPr>
            </a:lvl3pPr>
            <a:lvl4pPr lvl="3" algn="ctr">
              <a:buNone/>
              <a:defRPr>
                <a:solidFill>
                  <a:schemeClr val="dk2"/>
                </a:solidFill>
              </a:defRPr>
            </a:lvl4pPr>
            <a:lvl5pPr lvl="4" algn="ctr">
              <a:buNone/>
              <a:defRPr>
                <a:solidFill>
                  <a:schemeClr val="dk2"/>
                </a:solidFill>
              </a:defRPr>
            </a:lvl5pPr>
            <a:lvl6pPr lvl="5" algn="ctr">
              <a:buNone/>
              <a:defRPr>
                <a:solidFill>
                  <a:schemeClr val="dk2"/>
                </a:solidFill>
              </a:defRPr>
            </a:lvl6pPr>
            <a:lvl7pPr lvl="6" algn="ctr">
              <a:buNone/>
              <a:defRPr>
                <a:solidFill>
                  <a:schemeClr val="dk2"/>
                </a:solidFill>
              </a:defRPr>
            </a:lvl7pPr>
            <a:lvl8pPr lvl="7" algn="ctr">
              <a:buNone/>
              <a:defRPr>
                <a:solidFill>
                  <a:schemeClr val="dk2"/>
                </a:solidFill>
              </a:defRPr>
            </a:lvl8pPr>
            <a:lvl9pPr lvl="8" algn="ctr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380" name="Google Shape;380;p44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381" name="Google Shape;381;p44"/>
          <p:cNvSpPr txBox="1"/>
          <p:nvPr>
            <p:ph type="title"/>
          </p:nvPr>
        </p:nvSpPr>
        <p:spPr>
          <a:xfrm>
            <a:off x="720000" y="445025"/>
            <a:ext cx="6266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2" name="Google Shape;382;p44"/>
          <p:cNvSpPr txBox="1"/>
          <p:nvPr>
            <p:ph idx="1" type="subTitle"/>
          </p:nvPr>
        </p:nvSpPr>
        <p:spPr>
          <a:xfrm>
            <a:off x="720000" y="1347250"/>
            <a:ext cx="7324500" cy="317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45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45"/>
          <p:cNvSpPr txBox="1"/>
          <p:nvPr>
            <p:ph type="title"/>
          </p:nvPr>
        </p:nvSpPr>
        <p:spPr>
          <a:xfrm>
            <a:off x="969825" y="2079259"/>
            <a:ext cx="7204500" cy="87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cxnSp>
        <p:nvCxnSpPr>
          <p:cNvPr id="386" name="Google Shape;386;p45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387" name="Google Shape;387;p45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8" name="Google Shape;388;p45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389" name="Google Shape;389;p45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390" name="Google Shape;390;p45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None/>
              <a:defRPr>
                <a:solidFill>
                  <a:schemeClr val="dk2"/>
                </a:solidFill>
              </a:defRPr>
            </a:lvl1pPr>
            <a:lvl2pPr lvl="1" algn="ctr">
              <a:buNone/>
              <a:defRPr>
                <a:solidFill>
                  <a:schemeClr val="dk2"/>
                </a:solidFill>
              </a:defRPr>
            </a:lvl2pPr>
            <a:lvl3pPr lvl="2" algn="ctr">
              <a:buNone/>
              <a:defRPr>
                <a:solidFill>
                  <a:schemeClr val="dk2"/>
                </a:solidFill>
              </a:defRPr>
            </a:lvl3pPr>
            <a:lvl4pPr lvl="3" algn="ctr">
              <a:buNone/>
              <a:defRPr>
                <a:solidFill>
                  <a:schemeClr val="dk2"/>
                </a:solidFill>
              </a:defRPr>
            </a:lvl4pPr>
            <a:lvl5pPr lvl="4" algn="ctr">
              <a:buNone/>
              <a:defRPr>
                <a:solidFill>
                  <a:schemeClr val="dk2"/>
                </a:solidFill>
              </a:defRPr>
            </a:lvl5pPr>
            <a:lvl6pPr lvl="5" algn="ctr">
              <a:buNone/>
              <a:defRPr>
                <a:solidFill>
                  <a:schemeClr val="dk2"/>
                </a:solidFill>
              </a:defRPr>
            </a:lvl6pPr>
            <a:lvl7pPr lvl="6" algn="ctr">
              <a:buNone/>
              <a:defRPr>
                <a:solidFill>
                  <a:schemeClr val="dk2"/>
                </a:solidFill>
              </a:defRPr>
            </a:lvl7pPr>
            <a:lvl8pPr lvl="7" algn="ctr">
              <a:buNone/>
              <a:defRPr>
                <a:solidFill>
                  <a:schemeClr val="dk2"/>
                </a:solidFill>
              </a:defRPr>
            </a:lvl8pPr>
            <a:lvl9pPr lvl="8" algn="ctr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391" name="Google Shape;391;p45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46"/>
          <p:cNvSpPr txBox="1"/>
          <p:nvPr>
            <p:ph type="title"/>
          </p:nvPr>
        </p:nvSpPr>
        <p:spPr>
          <a:xfrm>
            <a:off x="720000" y="1413525"/>
            <a:ext cx="4294800" cy="209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94" name="Google Shape;394;p46"/>
          <p:cNvSpPr txBox="1"/>
          <p:nvPr>
            <p:ph idx="1" type="subTitle"/>
          </p:nvPr>
        </p:nvSpPr>
        <p:spPr>
          <a:xfrm>
            <a:off x="720000" y="3508800"/>
            <a:ext cx="4294800" cy="100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95" name="Google Shape;395;p4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47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98" name="Google Shape;398;p47"/>
          <p:cNvSpPr txBox="1"/>
          <p:nvPr>
            <p:ph type="title"/>
          </p:nvPr>
        </p:nvSpPr>
        <p:spPr>
          <a:xfrm>
            <a:off x="713225" y="4162975"/>
            <a:ext cx="7917300" cy="541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48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1" name="Google Shape;401;p48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402" name="Google Shape;402;p48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3" name="Google Shape;403;p48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404" name="Google Shape;404;p48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405" name="Google Shape;405;p48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None/>
              <a:defRPr>
                <a:solidFill>
                  <a:schemeClr val="dk2"/>
                </a:solidFill>
              </a:defRPr>
            </a:lvl1pPr>
            <a:lvl2pPr lvl="1" algn="ctr">
              <a:buNone/>
              <a:defRPr>
                <a:solidFill>
                  <a:schemeClr val="dk2"/>
                </a:solidFill>
              </a:defRPr>
            </a:lvl2pPr>
            <a:lvl3pPr lvl="2" algn="ctr">
              <a:buNone/>
              <a:defRPr>
                <a:solidFill>
                  <a:schemeClr val="dk2"/>
                </a:solidFill>
              </a:defRPr>
            </a:lvl3pPr>
            <a:lvl4pPr lvl="3" algn="ctr">
              <a:buNone/>
              <a:defRPr>
                <a:solidFill>
                  <a:schemeClr val="dk2"/>
                </a:solidFill>
              </a:defRPr>
            </a:lvl4pPr>
            <a:lvl5pPr lvl="4" algn="ctr">
              <a:buNone/>
              <a:defRPr>
                <a:solidFill>
                  <a:schemeClr val="dk2"/>
                </a:solidFill>
              </a:defRPr>
            </a:lvl5pPr>
            <a:lvl6pPr lvl="5" algn="ctr">
              <a:buNone/>
              <a:defRPr>
                <a:solidFill>
                  <a:schemeClr val="dk2"/>
                </a:solidFill>
              </a:defRPr>
            </a:lvl6pPr>
            <a:lvl7pPr lvl="6" algn="ctr">
              <a:buNone/>
              <a:defRPr>
                <a:solidFill>
                  <a:schemeClr val="dk2"/>
                </a:solidFill>
              </a:defRPr>
            </a:lvl7pPr>
            <a:lvl8pPr lvl="7" algn="ctr">
              <a:buNone/>
              <a:defRPr>
                <a:solidFill>
                  <a:schemeClr val="dk2"/>
                </a:solidFill>
              </a:defRPr>
            </a:lvl8pPr>
            <a:lvl9pPr lvl="8" algn="ctr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406" name="Google Shape;406;p48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407" name="Google Shape;407;p48"/>
          <p:cNvSpPr txBox="1"/>
          <p:nvPr>
            <p:ph hasCustomPrompt="1" type="title"/>
          </p:nvPr>
        </p:nvSpPr>
        <p:spPr>
          <a:xfrm>
            <a:off x="1284000" y="1429725"/>
            <a:ext cx="6576000" cy="140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408" name="Google Shape;408;p48"/>
          <p:cNvSpPr txBox="1"/>
          <p:nvPr>
            <p:ph idx="1" type="subTitle"/>
          </p:nvPr>
        </p:nvSpPr>
        <p:spPr>
          <a:xfrm>
            <a:off x="1284000" y="2985500"/>
            <a:ext cx="6576000" cy="4971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2"/>
        </a:solidFill>
      </p:bgPr>
    </p:bg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50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5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13" name="Google Shape;413;p50"/>
          <p:cNvSpPr txBox="1"/>
          <p:nvPr>
            <p:ph idx="1" type="subTitle"/>
          </p:nvPr>
        </p:nvSpPr>
        <p:spPr>
          <a:xfrm>
            <a:off x="713225" y="2018125"/>
            <a:ext cx="2426100" cy="538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14" name="Google Shape;414;p50"/>
          <p:cNvSpPr txBox="1"/>
          <p:nvPr>
            <p:ph idx="2" type="subTitle"/>
          </p:nvPr>
        </p:nvSpPr>
        <p:spPr>
          <a:xfrm>
            <a:off x="713225" y="3870728"/>
            <a:ext cx="2426100" cy="538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15" name="Google Shape;415;p50"/>
          <p:cNvSpPr txBox="1"/>
          <p:nvPr>
            <p:ph idx="3" type="subTitle"/>
          </p:nvPr>
        </p:nvSpPr>
        <p:spPr>
          <a:xfrm>
            <a:off x="3359125" y="3870725"/>
            <a:ext cx="2426100" cy="538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16" name="Google Shape;416;p50"/>
          <p:cNvSpPr txBox="1"/>
          <p:nvPr>
            <p:ph idx="4" type="subTitle"/>
          </p:nvPr>
        </p:nvSpPr>
        <p:spPr>
          <a:xfrm>
            <a:off x="3359125" y="2018025"/>
            <a:ext cx="2426100" cy="538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17" name="Google Shape;417;p50"/>
          <p:cNvSpPr txBox="1"/>
          <p:nvPr>
            <p:ph hasCustomPrompt="1" idx="5" type="title"/>
          </p:nvPr>
        </p:nvSpPr>
        <p:spPr>
          <a:xfrm>
            <a:off x="713225" y="1141288"/>
            <a:ext cx="656100" cy="4380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18" name="Google Shape;418;p50"/>
          <p:cNvSpPr txBox="1"/>
          <p:nvPr>
            <p:ph hasCustomPrompt="1" idx="6" type="title"/>
          </p:nvPr>
        </p:nvSpPr>
        <p:spPr>
          <a:xfrm>
            <a:off x="3359125" y="2994063"/>
            <a:ext cx="656100" cy="438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19" name="Google Shape;419;p50"/>
          <p:cNvSpPr txBox="1"/>
          <p:nvPr>
            <p:ph hasCustomPrompt="1" idx="7" type="title"/>
          </p:nvPr>
        </p:nvSpPr>
        <p:spPr>
          <a:xfrm>
            <a:off x="713225" y="2994063"/>
            <a:ext cx="656100" cy="438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20" name="Google Shape;420;p50"/>
          <p:cNvSpPr txBox="1"/>
          <p:nvPr>
            <p:ph hasCustomPrompt="1" idx="8" type="title"/>
          </p:nvPr>
        </p:nvSpPr>
        <p:spPr>
          <a:xfrm>
            <a:off x="3359125" y="1142055"/>
            <a:ext cx="656100" cy="4380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21" name="Google Shape;421;p50"/>
          <p:cNvSpPr txBox="1"/>
          <p:nvPr>
            <p:ph idx="9" type="subTitle"/>
          </p:nvPr>
        </p:nvSpPr>
        <p:spPr>
          <a:xfrm>
            <a:off x="5997638" y="3870725"/>
            <a:ext cx="2426100" cy="538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22" name="Google Shape;422;p50"/>
          <p:cNvSpPr txBox="1"/>
          <p:nvPr>
            <p:ph idx="13" type="subTitle"/>
          </p:nvPr>
        </p:nvSpPr>
        <p:spPr>
          <a:xfrm>
            <a:off x="5997638" y="2018025"/>
            <a:ext cx="2426100" cy="538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23" name="Google Shape;423;p50"/>
          <p:cNvSpPr txBox="1"/>
          <p:nvPr>
            <p:ph hasCustomPrompt="1" idx="14" type="title"/>
          </p:nvPr>
        </p:nvSpPr>
        <p:spPr>
          <a:xfrm>
            <a:off x="5997638" y="2994063"/>
            <a:ext cx="656100" cy="438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24" name="Google Shape;424;p50"/>
          <p:cNvSpPr txBox="1"/>
          <p:nvPr>
            <p:ph hasCustomPrompt="1" idx="15" type="title"/>
          </p:nvPr>
        </p:nvSpPr>
        <p:spPr>
          <a:xfrm>
            <a:off x="5997638" y="1142055"/>
            <a:ext cx="656100" cy="4380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25" name="Google Shape;425;p50"/>
          <p:cNvSpPr txBox="1"/>
          <p:nvPr>
            <p:ph idx="16" type="subTitle"/>
          </p:nvPr>
        </p:nvSpPr>
        <p:spPr>
          <a:xfrm>
            <a:off x="713225" y="1594575"/>
            <a:ext cx="2423100" cy="4389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latin typeface="Quicksand"/>
                <a:ea typeface="Quicksand"/>
                <a:cs typeface="Quicksand"/>
                <a:sym typeface="Quicksa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26" name="Google Shape;426;p50"/>
          <p:cNvSpPr txBox="1"/>
          <p:nvPr>
            <p:ph idx="17" type="subTitle"/>
          </p:nvPr>
        </p:nvSpPr>
        <p:spPr>
          <a:xfrm>
            <a:off x="713225" y="3447136"/>
            <a:ext cx="2423100" cy="4284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latin typeface="Quicksand"/>
                <a:ea typeface="Quicksand"/>
                <a:cs typeface="Quicksand"/>
                <a:sym typeface="Quicksa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27" name="Google Shape;427;p50"/>
          <p:cNvSpPr txBox="1"/>
          <p:nvPr>
            <p:ph idx="18" type="subTitle"/>
          </p:nvPr>
        </p:nvSpPr>
        <p:spPr>
          <a:xfrm>
            <a:off x="3359125" y="3447125"/>
            <a:ext cx="2423100" cy="4284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latin typeface="Quicksand"/>
                <a:ea typeface="Quicksand"/>
                <a:cs typeface="Quicksand"/>
                <a:sym typeface="Quicksa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28" name="Google Shape;428;p50"/>
          <p:cNvSpPr txBox="1"/>
          <p:nvPr>
            <p:ph idx="19" type="subTitle"/>
          </p:nvPr>
        </p:nvSpPr>
        <p:spPr>
          <a:xfrm>
            <a:off x="3359125" y="1594575"/>
            <a:ext cx="2423100" cy="4389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latin typeface="Quicksand"/>
                <a:ea typeface="Quicksand"/>
                <a:cs typeface="Quicksand"/>
                <a:sym typeface="Quicksa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29" name="Google Shape;429;p50"/>
          <p:cNvSpPr txBox="1"/>
          <p:nvPr>
            <p:ph idx="20" type="subTitle"/>
          </p:nvPr>
        </p:nvSpPr>
        <p:spPr>
          <a:xfrm>
            <a:off x="5997638" y="3447125"/>
            <a:ext cx="2423100" cy="4284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latin typeface="Quicksand"/>
                <a:ea typeface="Quicksand"/>
                <a:cs typeface="Quicksand"/>
                <a:sym typeface="Quicksa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30" name="Google Shape;430;p50"/>
          <p:cNvSpPr txBox="1"/>
          <p:nvPr>
            <p:ph idx="21" type="subTitle"/>
          </p:nvPr>
        </p:nvSpPr>
        <p:spPr>
          <a:xfrm>
            <a:off x="5997638" y="1594575"/>
            <a:ext cx="2423100" cy="4389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latin typeface="Quicksand"/>
                <a:ea typeface="Quicksand"/>
                <a:cs typeface="Quicksand"/>
                <a:sym typeface="Quicksa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cxnSp>
        <p:nvCxnSpPr>
          <p:cNvPr id="431" name="Google Shape;431;p50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432" name="Google Shape;432;p50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3" name="Google Shape;433;p50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434" name="Google Shape;434;p50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435" name="Google Shape;435;p50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None/>
              <a:defRPr>
                <a:solidFill>
                  <a:schemeClr val="dk2"/>
                </a:solidFill>
              </a:defRPr>
            </a:lvl1pPr>
            <a:lvl2pPr lvl="1" algn="ctr">
              <a:buNone/>
              <a:defRPr>
                <a:solidFill>
                  <a:schemeClr val="dk2"/>
                </a:solidFill>
              </a:defRPr>
            </a:lvl2pPr>
            <a:lvl3pPr lvl="2" algn="ctr">
              <a:buNone/>
              <a:defRPr>
                <a:solidFill>
                  <a:schemeClr val="dk2"/>
                </a:solidFill>
              </a:defRPr>
            </a:lvl3pPr>
            <a:lvl4pPr lvl="3" algn="ctr">
              <a:buNone/>
              <a:defRPr>
                <a:solidFill>
                  <a:schemeClr val="dk2"/>
                </a:solidFill>
              </a:defRPr>
            </a:lvl4pPr>
            <a:lvl5pPr lvl="4" algn="ctr">
              <a:buNone/>
              <a:defRPr>
                <a:solidFill>
                  <a:schemeClr val="dk2"/>
                </a:solidFill>
              </a:defRPr>
            </a:lvl5pPr>
            <a:lvl6pPr lvl="5" algn="ctr">
              <a:buNone/>
              <a:defRPr>
                <a:solidFill>
                  <a:schemeClr val="dk2"/>
                </a:solidFill>
              </a:defRPr>
            </a:lvl6pPr>
            <a:lvl7pPr lvl="6" algn="ctr">
              <a:buNone/>
              <a:defRPr>
                <a:solidFill>
                  <a:schemeClr val="dk2"/>
                </a:solidFill>
              </a:defRPr>
            </a:lvl7pPr>
            <a:lvl8pPr lvl="7" algn="ctr">
              <a:buNone/>
              <a:defRPr>
                <a:solidFill>
                  <a:schemeClr val="dk2"/>
                </a:solidFill>
              </a:defRPr>
            </a:lvl8pPr>
            <a:lvl9pPr lvl="8" algn="ctr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436" name="Google Shape;436;p50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51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9" name="Google Shape;439;p51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440" name="Google Shape;440;p51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41" name="Google Shape;441;p51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442" name="Google Shape;442;p51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443" name="Google Shape;443;p51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None/>
              <a:defRPr>
                <a:solidFill>
                  <a:schemeClr val="dk2"/>
                </a:solidFill>
              </a:defRPr>
            </a:lvl1pPr>
            <a:lvl2pPr lvl="1" algn="ctr">
              <a:buNone/>
              <a:defRPr>
                <a:solidFill>
                  <a:schemeClr val="dk2"/>
                </a:solidFill>
              </a:defRPr>
            </a:lvl2pPr>
            <a:lvl3pPr lvl="2" algn="ctr">
              <a:buNone/>
              <a:defRPr>
                <a:solidFill>
                  <a:schemeClr val="dk2"/>
                </a:solidFill>
              </a:defRPr>
            </a:lvl3pPr>
            <a:lvl4pPr lvl="3" algn="ctr">
              <a:buNone/>
              <a:defRPr>
                <a:solidFill>
                  <a:schemeClr val="dk2"/>
                </a:solidFill>
              </a:defRPr>
            </a:lvl4pPr>
            <a:lvl5pPr lvl="4" algn="ctr">
              <a:buNone/>
              <a:defRPr>
                <a:solidFill>
                  <a:schemeClr val="dk2"/>
                </a:solidFill>
              </a:defRPr>
            </a:lvl5pPr>
            <a:lvl6pPr lvl="5" algn="ctr">
              <a:buNone/>
              <a:defRPr>
                <a:solidFill>
                  <a:schemeClr val="dk2"/>
                </a:solidFill>
              </a:defRPr>
            </a:lvl6pPr>
            <a:lvl7pPr lvl="6" algn="ctr">
              <a:buNone/>
              <a:defRPr>
                <a:solidFill>
                  <a:schemeClr val="dk2"/>
                </a:solidFill>
              </a:defRPr>
            </a:lvl7pPr>
            <a:lvl8pPr lvl="7" algn="ctr">
              <a:buNone/>
              <a:defRPr>
                <a:solidFill>
                  <a:schemeClr val="dk2"/>
                </a:solidFill>
              </a:defRPr>
            </a:lvl8pPr>
            <a:lvl9pPr lvl="8" algn="ctr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444" name="Google Shape;444;p51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445" name="Google Shape;445;p51"/>
          <p:cNvSpPr txBox="1"/>
          <p:nvPr>
            <p:ph type="title"/>
          </p:nvPr>
        </p:nvSpPr>
        <p:spPr>
          <a:xfrm>
            <a:off x="969900" y="3387600"/>
            <a:ext cx="7204200" cy="5319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46" name="Google Shape;446;p51"/>
          <p:cNvSpPr txBox="1"/>
          <p:nvPr>
            <p:ph idx="1" type="subTitle"/>
          </p:nvPr>
        </p:nvSpPr>
        <p:spPr>
          <a:xfrm>
            <a:off x="969900" y="1312625"/>
            <a:ext cx="7204200" cy="147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9"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52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49" name="Google Shape;449;p52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450" name="Google Shape;450;p52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51" name="Google Shape;451;p52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452" name="Google Shape;452;p52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453" name="Google Shape;453;p52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None/>
              <a:defRPr>
                <a:solidFill>
                  <a:schemeClr val="dk2"/>
                </a:solidFill>
              </a:defRPr>
            </a:lvl1pPr>
            <a:lvl2pPr lvl="1" algn="ctr">
              <a:buNone/>
              <a:defRPr>
                <a:solidFill>
                  <a:schemeClr val="dk2"/>
                </a:solidFill>
              </a:defRPr>
            </a:lvl2pPr>
            <a:lvl3pPr lvl="2" algn="ctr">
              <a:buNone/>
              <a:defRPr>
                <a:solidFill>
                  <a:schemeClr val="dk2"/>
                </a:solidFill>
              </a:defRPr>
            </a:lvl3pPr>
            <a:lvl4pPr lvl="3" algn="ctr">
              <a:buNone/>
              <a:defRPr>
                <a:solidFill>
                  <a:schemeClr val="dk2"/>
                </a:solidFill>
              </a:defRPr>
            </a:lvl4pPr>
            <a:lvl5pPr lvl="4" algn="ctr">
              <a:buNone/>
              <a:defRPr>
                <a:solidFill>
                  <a:schemeClr val="dk2"/>
                </a:solidFill>
              </a:defRPr>
            </a:lvl5pPr>
            <a:lvl6pPr lvl="5" algn="ctr">
              <a:buNone/>
              <a:defRPr>
                <a:solidFill>
                  <a:schemeClr val="dk2"/>
                </a:solidFill>
              </a:defRPr>
            </a:lvl6pPr>
            <a:lvl7pPr lvl="6" algn="ctr">
              <a:buNone/>
              <a:defRPr>
                <a:solidFill>
                  <a:schemeClr val="dk2"/>
                </a:solidFill>
              </a:defRPr>
            </a:lvl7pPr>
            <a:lvl8pPr lvl="7" algn="ctr">
              <a:buNone/>
              <a:defRPr>
                <a:solidFill>
                  <a:schemeClr val="dk2"/>
                </a:solidFill>
              </a:defRPr>
            </a:lvl8pPr>
            <a:lvl9pPr lvl="8" algn="ctr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454" name="Google Shape;454;p52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455" name="Google Shape;455;p52"/>
          <p:cNvSpPr txBox="1"/>
          <p:nvPr>
            <p:ph type="title"/>
          </p:nvPr>
        </p:nvSpPr>
        <p:spPr>
          <a:xfrm>
            <a:off x="720000" y="1148563"/>
            <a:ext cx="3944700" cy="160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6" name="Google Shape;456;p52"/>
          <p:cNvSpPr txBox="1"/>
          <p:nvPr>
            <p:ph idx="1" type="subTitle"/>
          </p:nvPr>
        </p:nvSpPr>
        <p:spPr>
          <a:xfrm>
            <a:off x="720000" y="2878638"/>
            <a:ext cx="3944700" cy="111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57" name="Google Shape;457;p52"/>
          <p:cNvSpPr/>
          <p:nvPr>
            <p:ph idx="2" type="pic"/>
          </p:nvPr>
        </p:nvSpPr>
        <p:spPr>
          <a:xfrm>
            <a:off x="5149825" y="691038"/>
            <a:ext cx="3070800" cy="37614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"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53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60" name="Google Shape;460;p53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461" name="Google Shape;461;p53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62" name="Google Shape;462;p53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463" name="Google Shape;463;p53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464" name="Google Shape;464;p53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None/>
              <a:defRPr>
                <a:solidFill>
                  <a:schemeClr val="dk2"/>
                </a:solidFill>
              </a:defRPr>
            </a:lvl1pPr>
            <a:lvl2pPr lvl="1" algn="ctr">
              <a:buNone/>
              <a:defRPr>
                <a:solidFill>
                  <a:schemeClr val="dk2"/>
                </a:solidFill>
              </a:defRPr>
            </a:lvl2pPr>
            <a:lvl3pPr lvl="2" algn="ctr">
              <a:buNone/>
              <a:defRPr>
                <a:solidFill>
                  <a:schemeClr val="dk2"/>
                </a:solidFill>
              </a:defRPr>
            </a:lvl3pPr>
            <a:lvl4pPr lvl="3" algn="ctr">
              <a:buNone/>
              <a:defRPr>
                <a:solidFill>
                  <a:schemeClr val="dk2"/>
                </a:solidFill>
              </a:defRPr>
            </a:lvl4pPr>
            <a:lvl5pPr lvl="4" algn="ctr">
              <a:buNone/>
              <a:defRPr>
                <a:solidFill>
                  <a:schemeClr val="dk2"/>
                </a:solidFill>
              </a:defRPr>
            </a:lvl5pPr>
            <a:lvl6pPr lvl="5" algn="ctr">
              <a:buNone/>
              <a:defRPr>
                <a:solidFill>
                  <a:schemeClr val="dk2"/>
                </a:solidFill>
              </a:defRPr>
            </a:lvl6pPr>
            <a:lvl7pPr lvl="6" algn="ctr">
              <a:buNone/>
              <a:defRPr>
                <a:solidFill>
                  <a:schemeClr val="dk2"/>
                </a:solidFill>
              </a:defRPr>
            </a:lvl7pPr>
            <a:lvl8pPr lvl="7" algn="ctr">
              <a:buNone/>
              <a:defRPr>
                <a:solidFill>
                  <a:schemeClr val="dk2"/>
                </a:solidFill>
              </a:defRPr>
            </a:lvl8pPr>
            <a:lvl9pPr lvl="8" algn="ctr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465" name="Google Shape;465;p53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466" name="Google Shape;466;p53"/>
          <p:cNvSpPr txBox="1"/>
          <p:nvPr>
            <p:ph type="title"/>
          </p:nvPr>
        </p:nvSpPr>
        <p:spPr>
          <a:xfrm>
            <a:off x="720000" y="1568400"/>
            <a:ext cx="2891400" cy="70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67" name="Google Shape;467;p53"/>
          <p:cNvSpPr txBox="1"/>
          <p:nvPr>
            <p:ph idx="1" type="subTitle"/>
          </p:nvPr>
        </p:nvSpPr>
        <p:spPr>
          <a:xfrm>
            <a:off x="720000" y="2268888"/>
            <a:ext cx="2891400" cy="13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54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70" name="Google Shape;470;p54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471" name="Google Shape;471;p54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72" name="Google Shape;472;p54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473" name="Google Shape;473;p54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474" name="Google Shape;474;p54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None/>
              <a:defRPr>
                <a:solidFill>
                  <a:schemeClr val="dk2"/>
                </a:solidFill>
              </a:defRPr>
            </a:lvl1pPr>
            <a:lvl2pPr lvl="1" algn="ctr">
              <a:buNone/>
              <a:defRPr>
                <a:solidFill>
                  <a:schemeClr val="dk2"/>
                </a:solidFill>
              </a:defRPr>
            </a:lvl2pPr>
            <a:lvl3pPr lvl="2" algn="ctr">
              <a:buNone/>
              <a:defRPr>
                <a:solidFill>
                  <a:schemeClr val="dk2"/>
                </a:solidFill>
              </a:defRPr>
            </a:lvl3pPr>
            <a:lvl4pPr lvl="3" algn="ctr">
              <a:buNone/>
              <a:defRPr>
                <a:solidFill>
                  <a:schemeClr val="dk2"/>
                </a:solidFill>
              </a:defRPr>
            </a:lvl4pPr>
            <a:lvl5pPr lvl="4" algn="ctr">
              <a:buNone/>
              <a:defRPr>
                <a:solidFill>
                  <a:schemeClr val="dk2"/>
                </a:solidFill>
              </a:defRPr>
            </a:lvl5pPr>
            <a:lvl6pPr lvl="5" algn="ctr">
              <a:buNone/>
              <a:defRPr>
                <a:solidFill>
                  <a:schemeClr val="dk2"/>
                </a:solidFill>
              </a:defRPr>
            </a:lvl6pPr>
            <a:lvl7pPr lvl="6" algn="ctr">
              <a:buNone/>
              <a:defRPr>
                <a:solidFill>
                  <a:schemeClr val="dk2"/>
                </a:solidFill>
              </a:defRPr>
            </a:lvl7pPr>
            <a:lvl8pPr lvl="7" algn="ctr">
              <a:buNone/>
              <a:defRPr>
                <a:solidFill>
                  <a:schemeClr val="dk2"/>
                </a:solidFill>
              </a:defRPr>
            </a:lvl8pPr>
            <a:lvl9pPr lvl="8" algn="ctr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475" name="Google Shape;475;p54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476" name="Google Shape;476;p5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77" name="Google Shape;477;p54"/>
          <p:cNvSpPr txBox="1"/>
          <p:nvPr>
            <p:ph idx="1" type="subTitle"/>
          </p:nvPr>
        </p:nvSpPr>
        <p:spPr>
          <a:xfrm>
            <a:off x="937625" y="3071250"/>
            <a:ext cx="2175300" cy="86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78" name="Google Shape;478;p54"/>
          <p:cNvSpPr txBox="1"/>
          <p:nvPr>
            <p:ph idx="2" type="subTitle"/>
          </p:nvPr>
        </p:nvSpPr>
        <p:spPr>
          <a:xfrm>
            <a:off x="3484346" y="3071250"/>
            <a:ext cx="2175300" cy="86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79" name="Google Shape;479;p54"/>
          <p:cNvSpPr txBox="1"/>
          <p:nvPr>
            <p:ph idx="3" type="subTitle"/>
          </p:nvPr>
        </p:nvSpPr>
        <p:spPr>
          <a:xfrm>
            <a:off x="6031074" y="3071250"/>
            <a:ext cx="2175300" cy="86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80" name="Google Shape;480;p54"/>
          <p:cNvSpPr txBox="1"/>
          <p:nvPr>
            <p:ph idx="4" type="subTitle"/>
          </p:nvPr>
        </p:nvSpPr>
        <p:spPr>
          <a:xfrm>
            <a:off x="937625" y="2690250"/>
            <a:ext cx="2175300" cy="3657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81" name="Google Shape;481;p54"/>
          <p:cNvSpPr txBox="1"/>
          <p:nvPr>
            <p:ph idx="5" type="subTitle"/>
          </p:nvPr>
        </p:nvSpPr>
        <p:spPr>
          <a:xfrm>
            <a:off x="3484347" y="2690250"/>
            <a:ext cx="2175300" cy="3657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82" name="Google Shape;482;p54"/>
          <p:cNvSpPr txBox="1"/>
          <p:nvPr>
            <p:ph idx="6" type="subTitle"/>
          </p:nvPr>
        </p:nvSpPr>
        <p:spPr>
          <a:xfrm>
            <a:off x="6031075" y="2690250"/>
            <a:ext cx="2175300" cy="3657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6_1"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55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85" name="Google Shape;485;p55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486" name="Google Shape;486;p55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87" name="Google Shape;487;p55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488" name="Google Shape;488;p55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489" name="Google Shape;489;p55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None/>
              <a:defRPr>
                <a:solidFill>
                  <a:schemeClr val="dk2"/>
                </a:solidFill>
              </a:defRPr>
            </a:lvl1pPr>
            <a:lvl2pPr lvl="1" algn="ctr">
              <a:buNone/>
              <a:defRPr>
                <a:solidFill>
                  <a:schemeClr val="dk2"/>
                </a:solidFill>
              </a:defRPr>
            </a:lvl2pPr>
            <a:lvl3pPr lvl="2" algn="ctr">
              <a:buNone/>
              <a:defRPr>
                <a:solidFill>
                  <a:schemeClr val="dk2"/>
                </a:solidFill>
              </a:defRPr>
            </a:lvl3pPr>
            <a:lvl4pPr lvl="3" algn="ctr">
              <a:buNone/>
              <a:defRPr>
                <a:solidFill>
                  <a:schemeClr val="dk2"/>
                </a:solidFill>
              </a:defRPr>
            </a:lvl4pPr>
            <a:lvl5pPr lvl="4" algn="ctr">
              <a:buNone/>
              <a:defRPr>
                <a:solidFill>
                  <a:schemeClr val="dk2"/>
                </a:solidFill>
              </a:defRPr>
            </a:lvl5pPr>
            <a:lvl6pPr lvl="5" algn="ctr">
              <a:buNone/>
              <a:defRPr>
                <a:solidFill>
                  <a:schemeClr val="dk2"/>
                </a:solidFill>
              </a:defRPr>
            </a:lvl6pPr>
            <a:lvl7pPr lvl="6" algn="ctr">
              <a:buNone/>
              <a:defRPr>
                <a:solidFill>
                  <a:schemeClr val="dk2"/>
                </a:solidFill>
              </a:defRPr>
            </a:lvl7pPr>
            <a:lvl8pPr lvl="7" algn="ctr">
              <a:buNone/>
              <a:defRPr>
                <a:solidFill>
                  <a:schemeClr val="dk2"/>
                </a:solidFill>
              </a:defRPr>
            </a:lvl8pPr>
            <a:lvl9pPr lvl="8" algn="ctr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490" name="Google Shape;490;p55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491" name="Google Shape;491;p5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92" name="Google Shape;492;p55"/>
          <p:cNvSpPr txBox="1"/>
          <p:nvPr>
            <p:ph idx="1" type="subTitle"/>
          </p:nvPr>
        </p:nvSpPr>
        <p:spPr>
          <a:xfrm>
            <a:off x="720025" y="1610942"/>
            <a:ext cx="7704000" cy="53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93" name="Google Shape;493;p55"/>
          <p:cNvSpPr txBox="1"/>
          <p:nvPr>
            <p:ph idx="2" type="subTitle"/>
          </p:nvPr>
        </p:nvSpPr>
        <p:spPr>
          <a:xfrm>
            <a:off x="720025" y="2731125"/>
            <a:ext cx="77040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94" name="Google Shape;494;p55"/>
          <p:cNvSpPr txBox="1"/>
          <p:nvPr>
            <p:ph idx="3" type="subTitle"/>
          </p:nvPr>
        </p:nvSpPr>
        <p:spPr>
          <a:xfrm>
            <a:off x="720025" y="3851625"/>
            <a:ext cx="77040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95" name="Google Shape;495;p55"/>
          <p:cNvSpPr txBox="1"/>
          <p:nvPr>
            <p:ph idx="4" type="subTitle"/>
          </p:nvPr>
        </p:nvSpPr>
        <p:spPr>
          <a:xfrm>
            <a:off x="720025" y="1241274"/>
            <a:ext cx="7704000" cy="3936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96" name="Google Shape;496;p55"/>
          <p:cNvSpPr txBox="1"/>
          <p:nvPr>
            <p:ph idx="5" type="subTitle"/>
          </p:nvPr>
        </p:nvSpPr>
        <p:spPr>
          <a:xfrm>
            <a:off x="720025" y="2350125"/>
            <a:ext cx="7704000" cy="3936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97" name="Google Shape;497;p55"/>
          <p:cNvSpPr txBox="1"/>
          <p:nvPr>
            <p:ph idx="6" type="subTitle"/>
          </p:nvPr>
        </p:nvSpPr>
        <p:spPr>
          <a:xfrm>
            <a:off x="720025" y="3470625"/>
            <a:ext cx="7704000" cy="3936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2">
  <p:cSld name="CUSTOM_6_1_1"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56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0" name="Google Shape;500;p56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501" name="Google Shape;501;p56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2" name="Google Shape;502;p56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503" name="Google Shape;503;p56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504" name="Google Shape;504;p56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None/>
              <a:defRPr>
                <a:solidFill>
                  <a:schemeClr val="dk2"/>
                </a:solidFill>
              </a:defRPr>
            </a:lvl1pPr>
            <a:lvl2pPr lvl="1" algn="ctr">
              <a:buNone/>
              <a:defRPr>
                <a:solidFill>
                  <a:schemeClr val="dk2"/>
                </a:solidFill>
              </a:defRPr>
            </a:lvl2pPr>
            <a:lvl3pPr lvl="2" algn="ctr">
              <a:buNone/>
              <a:defRPr>
                <a:solidFill>
                  <a:schemeClr val="dk2"/>
                </a:solidFill>
              </a:defRPr>
            </a:lvl3pPr>
            <a:lvl4pPr lvl="3" algn="ctr">
              <a:buNone/>
              <a:defRPr>
                <a:solidFill>
                  <a:schemeClr val="dk2"/>
                </a:solidFill>
              </a:defRPr>
            </a:lvl4pPr>
            <a:lvl5pPr lvl="4" algn="ctr">
              <a:buNone/>
              <a:defRPr>
                <a:solidFill>
                  <a:schemeClr val="dk2"/>
                </a:solidFill>
              </a:defRPr>
            </a:lvl5pPr>
            <a:lvl6pPr lvl="5" algn="ctr">
              <a:buNone/>
              <a:defRPr>
                <a:solidFill>
                  <a:schemeClr val="dk2"/>
                </a:solidFill>
              </a:defRPr>
            </a:lvl6pPr>
            <a:lvl7pPr lvl="6" algn="ctr">
              <a:buNone/>
              <a:defRPr>
                <a:solidFill>
                  <a:schemeClr val="dk2"/>
                </a:solidFill>
              </a:defRPr>
            </a:lvl7pPr>
            <a:lvl8pPr lvl="7" algn="ctr">
              <a:buNone/>
              <a:defRPr>
                <a:solidFill>
                  <a:schemeClr val="dk2"/>
                </a:solidFill>
              </a:defRPr>
            </a:lvl8pPr>
            <a:lvl9pPr lvl="8" algn="ctr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505" name="Google Shape;505;p56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506" name="Google Shape;506;p5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07" name="Google Shape;507;p56"/>
          <p:cNvSpPr txBox="1"/>
          <p:nvPr>
            <p:ph idx="1" type="subTitle"/>
          </p:nvPr>
        </p:nvSpPr>
        <p:spPr>
          <a:xfrm>
            <a:off x="1381625" y="1718025"/>
            <a:ext cx="70425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08" name="Google Shape;508;p56"/>
          <p:cNvSpPr txBox="1"/>
          <p:nvPr>
            <p:ph idx="2" type="subTitle"/>
          </p:nvPr>
        </p:nvSpPr>
        <p:spPr>
          <a:xfrm>
            <a:off x="1381635" y="2861025"/>
            <a:ext cx="70425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09" name="Google Shape;509;p56"/>
          <p:cNvSpPr txBox="1"/>
          <p:nvPr>
            <p:ph idx="3" type="subTitle"/>
          </p:nvPr>
        </p:nvSpPr>
        <p:spPr>
          <a:xfrm>
            <a:off x="1381635" y="4004025"/>
            <a:ext cx="70425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10" name="Google Shape;510;p56"/>
          <p:cNvSpPr txBox="1"/>
          <p:nvPr>
            <p:ph idx="4" type="subTitle"/>
          </p:nvPr>
        </p:nvSpPr>
        <p:spPr>
          <a:xfrm>
            <a:off x="1381625" y="1406025"/>
            <a:ext cx="7042500" cy="3336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511" name="Google Shape;511;p56"/>
          <p:cNvSpPr txBox="1"/>
          <p:nvPr>
            <p:ph idx="5" type="subTitle"/>
          </p:nvPr>
        </p:nvSpPr>
        <p:spPr>
          <a:xfrm>
            <a:off x="1381625" y="2526575"/>
            <a:ext cx="7042500" cy="3336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512" name="Google Shape;512;p56"/>
          <p:cNvSpPr txBox="1"/>
          <p:nvPr>
            <p:ph idx="6" type="subTitle"/>
          </p:nvPr>
        </p:nvSpPr>
        <p:spPr>
          <a:xfrm>
            <a:off x="1381625" y="3647125"/>
            <a:ext cx="7042500" cy="3336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57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15" name="Google Shape;515;p57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516" name="Google Shape;516;p57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17" name="Google Shape;517;p57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518" name="Google Shape;518;p57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519" name="Google Shape;519;p57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None/>
              <a:defRPr>
                <a:solidFill>
                  <a:schemeClr val="dk2"/>
                </a:solidFill>
              </a:defRPr>
            </a:lvl1pPr>
            <a:lvl2pPr lvl="1" algn="ctr">
              <a:buNone/>
              <a:defRPr>
                <a:solidFill>
                  <a:schemeClr val="dk2"/>
                </a:solidFill>
              </a:defRPr>
            </a:lvl2pPr>
            <a:lvl3pPr lvl="2" algn="ctr">
              <a:buNone/>
              <a:defRPr>
                <a:solidFill>
                  <a:schemeClr val="dk2"/>
                </a:solidFill>
              </a:defRPr>
            </a:lvl3pPr>
            <a:lvl4pPr lvl="3" algn="ctr">
              <a:buNone/>
              <a:defRPr>
                <a:solidFill>
                  <a:schemeClr val="dk2"/>
                </a:solidFill>
              </a:defRPr>
            </a:lvl4pPr>
            <a:lvl5pPr lvl="4" algn="ctr">
              <a:buNone/>
              <a:defRPr>
                <a:solidFill>
                  <a:schemeClr val="dk2"/>
                </a:solidFill>
              </a:defRPr>
            </a:lvl5pPr>
            <a:lvl6pPr lvl="5" algn="ctr">
              <a:buNone/>
              <a:defRPr>
                <a:solidFill>
                  <a:schemeClr val="dk2"/>
                </a:solidFill>
              </a:defRPr>
            </a:lvl6pPr>
            <a:lvl7pPr lvl="6" algn="ctr">
              <a:buNone/>
              <a:defRPr>
                <a:solidFill>
                  <a:schemeClr val="dk2"/>
                </a:solidFill>
              </a:defRPr>
            </a:lvl7pPr>
            <a:lvl8pPr lvl="7" algn="ctr">
              <a:buNone/>
              <a:defRPr>
                <a:solidFill>
                  <a:schemeClr val="dk2"/>
                </a:solidFill>
              </a:defRPr>
            </a:lvl8pPr>
            <a:lvl9pPr lvl="8" algn="ctr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520" name="Google Shape;520;p57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521" name="Google Shape;521;p5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22" name="Google Shape;522;p57"/>
          <p:cNvSpPr txBox="1"/>
          <p:nvPr>
            <p:ph idx="1" type="subTitle"/>
          </p:nvPr>
        </p:nvSpPr>
        <p:spPr>
          <a:xfrm>
            <a:off x="1545775" y="1975263"/>
            <a:ext cx="2556900" cy="9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23" name="Google Shape;523;p57"/>
          <p:cNvSpPr txBox="1"/>
          <p:nvPr>
            <p:ph idx="2" type="subTitle"/>
          </p:nvPr>
        </p:nvSpPr>
        <p:spPr>
          <a:xfrm>
            <a:off x="5041325" y="1975263"/>
            <a:ext cx="2556900" cy="9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24" name="Google Shape;524;p57"/>
          <p:cNvSpPr txBox="1"/>
          <p:nvPr>
            <p:ph idx="3" type="subTitle"/>
          </p:nvPr>
        </p:nvSpPr>
        <p:spPr>
          <a:xfrm>
            <a:off x="1545775" y="3691500"/>
            <a:ext cx="2556900" cy="9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25" name="Google Shape;525;p57"/>
          <p:cNvSpPr txBox="1"/>
          <p:nvPr>
            <p:ph idx="4" type="subTitle"/>
          </p:nvPr>
        </p:nvSpPr>
        <p:spPr>
          <a:xfrm>
            <a:off x="5041325" y="3691500"/>
            <a:ext cx="2556900" cy="9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26" name="Google Shape;526;p57"/>
          <p:cNvSpPr txBox="1"/>
          <p:nvPr>
            <p:ph idx="5" type="subTitle"/>
          </p:nvPr>
        </p:nvSpPr>
        <p:spPr>
          <a:xfrm>
            <a:off x="1545775" y="1670463"/>
            <a:ext cx="2556900" cy="3549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527" name="Google Shape;527;p57"/>
          <p:cNvSpPr txBox="1"/>
          <p:nvPr>
            <p:ph idx="6" type="subTitle"/>
          </p:nvPr>
        </p:nvSpPr>
        <p:spPr>
          <a:xfrm>
            <a:off x="5041325" y="1670463"/>
            <a:ext cx="2556900" cy="3549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528" name="Google Shape;528;p57"/>
          <p:cNvSpPr txBox="1"/>
          <p:nvPr>
            <p:ph idx="7" type="subTitle"/>
          </p:nvPr>
        </p:nvSpPr>
        <p:spPr>
          <a:xfrm>
            <a:off x="1545775" y="3386700"/>
            <a:ext cx="2556900" cy="3549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529" name="Google Shape;529;p57"/>
          <p:cNvSpPr txBox="1"/>
          <p:nvPr>
            <p:ph idx="8" type="subTitle"/>
          </p:nvPr>
        </p:nvSpPr>
        <p:spPr>
          <a:xfrm>
            <a:off x="5041325" y="3386700"/>
            <a:ext cx="2556900" cy="3549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_1"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58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32" name="Google Shape;532;p58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533" name="Google Shape;533;p58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34" name="Google Shape;534;p58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535" name="Google Shape;535;p58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536" name="Google Shape;536;p58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None/>
              <a:defRPr>
                <a:solidFill>
                  <a:schemeClr val="dk2"/>
                </a:solidFill>
              </a:defRPr>
            </a:lvl1pPr>
            <a:lvl2pPr lvl="1" algn="ctr">
              <a:buNone/>
              <a:defRPr>
                <a:solidFill>
                  <a:schemeClr val="dk2"/>
                </a:solidFill>
              </a:defRPr>
            </a:lvl2pPr>
            <a:lvl3pPr lvl="2" algn="ctr">
              <a:buNone/>
              <a:defRPr>
                <a:solidFill>
                  <a:schemeClr val="dk2"/>
                </a:solidFill>
              </a:defRPr>
            </a:lvl3pPr>
            <a:lvl4pPr lvl="3" algn="ctr">
              <a:buNone/>
              <a:defRPr>
                <a:solidFill>
                  <a:schemeClr val="dk2"/>
                </a:solidFill>
              </a:defRPr>
            </a:lvl4pPr>
            <a:lvl5pPr lvl="4" algn="ctr">
              <a:buNone/>
              <a:defRPr>
                <a:solidFill>
                  <a:schemeClr val="dk2"/>
                </a:solidFill>
              </a:defRPr>
            </a:lvl5pPr>
            <a:lvl6pPr lvl="5" algn="ctr">
              <a:buNone/>
              <a:defRPr>
                <a:solidFill>
                  <a:schemeClr val="dk2"/>
                </a:solidFill>
              </a:defRPr>
            </a:lvl6pPr>
            <a:lvl7pPr lvl="6" algn="ctr">
              <a:buNone/>
              <a:defRPr>
                <a:solidFill>
                  <a:schemeClr val="dk2"/>
                </a:solidFill>
              </a:defRPr>
            </a:lvl7pPr>
            <a:lvl8pPr lvl="7" algn="ctr">
              <a:buNone/>
              <a:defRPr>
                <a:solidFill>
                  <a:schemeClr val="dk2"/>
                </a:solidFill>
              </a:defRPr>
            </a:lvl8pPr>
            <a:lvl9pPr lvl="8" algn="ctr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537" name="Google Shape;537;p58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538" name="Google Shape;538;p5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39" name="Google Shape;539;p58"/>
          <p:cNvSpPr txBox="1"/>
          <p:nvPr>
            <p:ph idx="1" type="subTitle"/>
          </p:nvPr>
        </p:nvSpPr>
        <p:spPr>
          <a:xfrm>
            <a:off x="903950" y="2149201"/>
            <a:ext cx="21912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40" name="Google Shape;540;p58"/>
          <p:cNvSpPr txBox="1"/>
          <p:nvPr>
            <p:ph idx="2" type="subTitle"/>
          </p:nvPr>
        </p:nvSpPr>
        <p:spPr>
          <a:xfrm>
            <a:off x="3478550" y="2149201"/>
            <a:ext cx="21825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41" name="Google Shape;541;p58"/>
          <p:cNvSpPr txBox="1"/>
          <p:nvPr>
            <p:ph idx="3" type="subTitle"/>
          </p:nvPr>
        </p:nvSpPr>
        <p:spPr>
          <a:xfrm>
            <a:off x="903950" y="3579425"/>
            <a:ext cx="21912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42" name="Google Shape;542;p58"/>
          <p:cNvSpPr txBox="1"/>
          <p:nvPr>
            <p:ph idx="4" type="subTitle"/>
          </p:nvPr>
        </p:nvSpPr>
        <p:spPr>
          <a:xfrm>
            <a:off x="3478550" y="3579425"/>
            <a:ext cx="21825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43" name="Google Shape;543;p58"/>
          <p:cNvSpPr txBox="1"/>
          <p:nvPr>
            <p:ph idx="5" type="subTitle"/>
          </p:nvPr>
        </p:nvSpPr>
        <p:spPr>
          <a:xfrm>
            <a:off x="6048850" y="2149201"/>
            <a:ext cx="21999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44" name="Google Shape;544;p58"/>
          <p:cNvSpPr txBox="1"/>
          <p:nvPr>
            <p:ph idx="6" type="subTitle"/>
          </p:nvPr>
        </p:nvSpPr>
        <p:spPr>
          <a:xfrm>
            <a:off x="6048850" y="3579425"/>
            <a:ext cx="21999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45" name="Google Shape;545;p58"/>
          <p:cNvSpPr txBox="1"/>
          <p:nvPr>
            <p:ph idx="7" type="subTitle"/>
          </p:nvPr>
        </p:nvSpPr>
        <p:spPr>
          <a:xfrm>
            <a:off x="908250" y="1656600"/>
            <a:ext cx="2182500" cy="4425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546" name="Google Shape;546;p58"/>
          <p:cNvSpPr txBox="1"/>
          <p:nvPr>
            <p:ph idx="8" type="subTitle"/>
          </p:nvPr>
        </p:nvSpPr>
        <p:spPr>
          <a:xfrm>
            <a:off x="3482836" y="1656600"/>
            <a:ext cx="2173800" cy="4425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547" name="Google Shape;547;p58"/>
          <p:cNvSpPr txBox="1"/>
          <p:nvPr>
            <p:ph idx="9" type="subTitle"/>
          </p:nvPr>
        </p:nvSpPr>
        <p:spPr>
          <a:xfrm>
            <a:off x="6053173" y="1656600"/>
            <a:ext cx="2191200" cy="4425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548" name="Google Shape;548;p58"/>
          <p:cNvSpPr txBox="1"/>
          <p:nvPr>
            <p:ph idx="13" type="subTitle"/>
          </p:nvPr>
        </p:nvSpPr>
        <p:spPr>
          <a:xfrm>
            <a:off x="908250" y="3086800"/>
            <a:ext cx="2182500" cy="4425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549" name="Google Shape;549;p58"/>
          <p:cNvSpPr txBox="1"/>
          <p:nvPr>
            <p:ph idx="14" type="subTitle"/>
          </p:nvPr>
        </p:nvSpPr>
        <p:spPr>
          <a:xfrm>
            <a:off x="3482836" y="3086800"/>
            <a:ext cx="2173800" cy="4425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550" name="Google Shape;550;p58"/>
          <p:cNvSpPr txBox="1"/>
          <p:nvPr>
            <p:ph idx="15" type="subTitle"/>
          </p:nvPr>
        </p:nvSpPr>
        <p:spPr>
          <a:xfrm>
            <a:off x="6053173" y="3086800"/>
            <a:ext cx="2191200" cy="4425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_1"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59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53" name="Google Shape;553;p59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554" name="Google Shape;554;p59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55" name="Google Shape;555;p59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556" name="Google Shape;556;p59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557" name="Google Shape;557;p59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None/>
              <a:defRPr>
                <a:solidFill>
                  <a:schemeClr val="dk2"/>
                </a:solidFill>
              </a:defRPr>
            </a:lvl1pPr>
            <a:lvl2pPr lvl="1" algn="ctr">
              <a:buNone/>
              <a:defRPr>
                <a:solidFill>
                  <a:schemeClr val="dk2"/>
                </a:solidFill>
              </a:defRPr>
            </a:lvl2pPr>
            <a:lvl3pPr lvl="2" algn="ctr">
              <a:buNone/>
              <a:defRPr>
                <a:solidFill>
                  <a:schemeClr val="dk2"/>
                </a:solidFill>
              </a:defRPr>
            </a:lvl3pPr>
            <a:lvl4pPr lvl="3" algn="ctr">
              <a:buNone/>
              <a:defRPr>
                <a:solidFill>
                  <a:schemeClr val="dk2"/>
                </a:solidFill>
              </a:defRPr>
            </a:lvl4pPr>
            <a:lvl5pPr lvl="4" algn="ctr">
              <a:buNone/>
              <a:defRPr>
                <a:solidFill>
                  <a:schemeClr val="dk2"/>
                </a:solidFill>
              </a:defRPr>
            </a:lvl5pPr>
            <a:lvl6pPr lvl="5" algn="ctr">
              <a:buNone/>
              <a:defRPr>
                <a:solidFill>
                  <a:schemeClr val="dk2"/>
                </a:solidFill>
              </a:defRPr>
            </a:lvl6pPr>
            <a:lvl7pPr lvl="6" algn="ctr">
              <a:buNone/>
              <a:defRPr>
                <a:solidFill>
                  <a:schemeClr val="dk2"/>
                </a:solidFill>
              </a:defRPr>
            </a:lvl7pPr>
            <a:lvl8pPr lvl="7" algn="ctr">
              <a:buNone/>
              <a:defRPr>
                <a:solidFill>
                  <a:schemeClr val="dk2"/>
                </a:solidFill>
              </a:defRPr>
            </a:lvl8pPr>
            <a:lvl9pPr lvl="8" algn="ctr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558" name="Google Shape;558;p59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559" name="Google Shape;559;p59"/>
          <p:cNvSpPr txBox="1"/>
          <p:nvPr>
            <p:ph hasCustomPrompt="1" type="title"/>
          </p:nvPr>
        </p:nvSpPr>
        <p:spPr>
          <a:xfrm>
            <a:off x="2223600" y="552112"/>
            <a:ext cx="4696800" cy="768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0" name="Google Shape;560;p59"/>
          <p:cNvSpPr txBox="1"/>
          <p:nvPr>
            <p:ph idx="1" type="subTitle"/>
          </p:nvPr>
        </p:nvSpPr>
        <p:spPr>
          <a:xfrm>
            <a:off x="2223600" y="1364275"/>
            <a:ext cx="4696800" cy="4287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561" name="Google Shape;561;p59"/>
          <p:cNvSpPr txBox="1"/>
          <p:nvPr>
            <p:ph hasCustomPrompt="1" idx="2" type="title"/>
          </p:nvPr>
        </p:nvSpPr>
        <p:spPr>
          <a:xfrm>
            <a:off x="2223600" y="1904368"/>
            <a:ext cx="4696800" cy="768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2" name="Google Shape;562;p59"/>
          <p:cNvSpPr txBox="1"/>
          <p:nvPr>
            <p:ph idx="3" type="subTitle"/>
          </p:nvPr>
        </p:nvSpPr>
        <p:spPr>
          <a:xfrm>
            <a:off x="2223600" y="2716527"/>
            <a:ext cx="4696800" cy="4467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563" name="Google Shape;563;p59"/>
          <p:cNvSpPr txBox="1"/>
          <p:nvPr>
            <p:ph hasCustomPrompt="1" idx="4" type="title"/>
          </p:nvPr>
        </p:nvSpPr>
        <p:spPr>
          <a:xfrm>
            <a:off x="2223600" y="3256624"/>
            <a:ext cx="4696800" cy="768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4" name="Google Shape;564;p59"/>
          <p:cNvSpPr txBox="1"/>
          <p:nvPr>
            <p:ph idx="5" type="subTitle"/>
          </p:nvPr>
        </p:nvSpPr>
        <p:spPr>
          <a:xfrm>
            <a:off x="2223600" y="4068797"/>
            <a:ext cx="4696800" cy="4467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60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60"/>
          <p:cNvSpPr txBox="1"/>
          <p:nvPr>
            <p:ph type="title"/>
          </p:nvPr>
        </p:nvSpPr>
        <p:spPr>
          <a:xfrm>
            <a:off x="2347938" y="540000"/>
            <a:ext cx="44481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75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68" name="Google Shape;568;p60"/>
          <p:cNvSpPr txBox="1"/>
          <p:nvPr>
            <p:ph idx="1" type="subTitle"/>
          </p:nvPr>
        </p:nvSpPr>
        <p:spPr>
          <a:xfrm>
            <a:off x="2347900" y="1717825"/>
            <a:ext cx="4448100" cy="12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69" name="Google Shape;569;p60"/>
          <p:cNvSpPr txBox="1"/>
          <p:nvPr/>
        </p:nvSpPr>
        <p:spPr>
          <a:xfrm>
            <a:off x="2099100" y="3611950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CREDITS: This presentation template was created by </a:t>
            </a:r>
            <a:r>
              <a:rPr b="1" lang="en-GB" sz="1200" u="sng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b="1" lang="en-GB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,</a:t>
            </a:r>
            <a:r>
              <a:rPr lang="en-GB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and includes icons by</a:t>
            </a:r>
            <a:r>
              <a:rPr b="1" lang="en-GB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b="1" lang="en-GB" sz="1200" u="sng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1" lang="en-GB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,</a:t>
            </a:r>
            <a:r>
              <a:rPr lang="en-GB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and infographics &amp; images by </a:t>
            </a:r>
            <a:r>
              <a:rPr b="1" lang="en-GB" sz="1200" u="sng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b="1" lang="en-GB" sz="1200" u="sng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endParaRPr b="1" sz="1200" u="sng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cxnSp>
        <p:nvCxnSpPr>
          <p:cNvPr id="570" name="Google Shape;570;p60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571" name="Google Shape;571;p60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72" name="Google Shape;572;p60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573" name="Google Shape;573;p60"/>
          <p:cNvCxnSpPr/>
          <p:nvPr/>
        </p:nvCxnSpPr>
        <p:spPr>
          <a:xfrm flipH="1" rot="10800000">
            <a:off x="347659" y="4749851"/>
            <a:ext cx="8448600" cy="33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oval"/>
          </a:ln>
        </p:spPr>
      </p:cxn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7"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61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6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577" name="Google Shape;577;p61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578" name="Google Shape;578;p61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79" name="Google Shape;579;p61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580" name="Google Shape;580;p61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581" name="Google Shape;581;p61"/>
          <p:cNvSpPr txBox="1"/>
          <p:nvPr>
            <p:ph idx="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None/>
              <a:defRPr>
                <a:solidFill>
                  <a:schemeClr val="lt1"/>
                </a:solidFill>
              </a:defRPr>
            </a:lvl1pPr>
            <a:lvl2pPr lvl="1" algn="ctr">
              <a:buNone/>
              <a:defRPr>
                <a:solidFill>
                  <a:schemeClr val="lt1"/>
                </a:solidFill>
              </a:defRPr>
            </a:lvl2pPr>
            <a:lvl3pPr lvl="2" algn="ctr">
              <a:buNone/>
              <a:defRPr>
                <a:solidFill>
                  <a:schemeClr val="lt1"/>
                </a:solidFill>
              </a:defRPr>
            </a:lvl3pPr>
            <a:lvl4pPr lvl="3" algn="ctr">
              <a:buNone/>
              <a:defRPr>
                <a:solidFill>
                  <a:schemeClr val="lt1"/>
                </a:solidFill>
              </a:defRPr>
            </a:lvl4pPr>
            <a:lvl5pPr lvl="4" algn="ctr">
              <a:buNone/>
              <a:defRPr>
                <a:solidFill>
                  <a:schemeClr val="lt1"/>
                </a:solidFill>
              </a:defRPr>
            </a:lvl5pPr>
            <a:lvl6pPr lvl="5" algn="ctr">
              <a:buNone/>
              <a:defRPr>
                <a:solidFill>
                  <a:schemeClr val="lt1"/>
                </a:solidFill>
              </a:defRPr>
            </a:lvl6pPr>
            <a:lvl7pPr lvl="6" algn="ctr">
              <a:buNone/>
              <a:defRPr>
                <a:solidFill>
                  <a:schemeClr val="lt1"/>
                </a:solidFill>
              </a:defRPr>
            </a:lvl7pPr>
            <a:lvl8pPr lvl="7" algn="ctr">
              <a:buNone/>
              <a:defRPr>
                <a:solidFill>
                  <a:schemeClr val="lt1"/>
                </a:solidFill>
              </a:defRPr>
            </a:lvl8pPr>
            <a:lvl9pPr lvl="8" algn="ctr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582" name="Google Shape;582;p61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8"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6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85" name="Google Shape;585;p62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86" name="Google Shape;586;p62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587" name="Google Shape;587;p62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88" name="Google Shape;588;p62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589" name="Google Shape;589;p62"/>
          <p:cNvCxnSpPr/>
          <p:nvPr/>
        </p:nvCxnSpPr>
        <p:spPr>
          <a:xfrm flipH="1" rot="10800000">
            <a:off x="347659" y="4749851"/>
            <a:ext cx="8448600" cy="33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oval"/>
          </a:ln>
        </p:spPr>
      </p:cxn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1"/>
        </a:solidFill>
      </p:bgPr>
    </p:bg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64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64"/>
          <p:cNvSpPr txBox="1"/>
          <p:nvPr>
            <p:ph type="ctrTitle"/>
          </p:nvPr>
        </p:nvSpPr>
        <p:spPr>
          <a:xfrm>
            <a:off x="1609200" y="1424875"/>
            <a:ext cx="5925600" cy="20793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b="0" sz="7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97" name="Google Shape;597;p64"/>
          <p:cNvSpPr txBox="1"/>
          <p:nvPr>
            <p:ph idx="1" type="subTitle"/>
          </p:nvPr>
        </p:nvSpPr>
        <p:spPr>
          <a:xfrm>
            <a:off x="1609200" y="3573775"/>
            <a:ext cx="5942700" cy="4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lt1"/>
        </a:solidFill>
      </p:bgPr>
    </p:bg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65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65"/>
          <p:cNvSpPr txBox="1"/>
          <p:nvPr>
            <p:ph type="title"/>
          </p:nvPr>
        </p:nvSpPr>
        <p:spPr>
          <a:xfrm>
            <a:off x="3579950" y="1854500"/>
            <a:ext cx="36048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1" name="Google Shape;601;p65"/>
          <p:cNvSpPr txBox="1"/>
          <p:nvPr>
            <p:ph hasCustomPrompt="1" idx="2" type="title"/>
          </p:nvPr>
        </p:nvSpPr>
        <p:spPr>
          <a:xfrm>
            <a:off x="1959250" y="1854500"/>
            <a:ext cx="11898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602" name="Google Shape;602;p65"/>
          <p:cNvSpPr txBox="1"/>
          <p:nvPr>
            <p:ph idx="1" type="subTitle"/>
          </p:nvPr>
        </p:nvSpPr>
        <p:spPr>
          <a:xfrm>
            <a:off x="1959250" y="2939075"/>
            <a:ext cx="5225400" cy="446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603" name="Google Shape;603;p65"/>
          <p:cNvCxnSpPr/>
          <p:nvPr/>
        </p:nvCxnSpPr>
        <p:spPr>
          <a:xfrm rot="10800000">
            <a:off x="8761325" y="2079300"/>
            <a:ext cx="0" cy="9849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oval"/>
          </a:ln>
        </p:spPr>
      </p:cxnSp>
      <p:cxnSp>
        <p:nvCxnSpPr>
          <p:cNvPr id="604" name="Google Shape;604;p65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605" name="Google Shape;605;p65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06" name="Google Shape;606;p65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607" name="Google Shape;607;p65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608" name="Google Shape;608;p65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None/>
              <a:defRPr>
                <a:solidFill>
                  <a:schemeClr val="dk2"/>
                </a:solidFill>
              </a:defRPr>
            </a:lvl1pPr>
            <a:lvl2pPr lvl="1" algn="ctr">
              <a:buNone/>
              <a:defRPr>
                <a:solidFill>
                  <a:schemeClr val="dk2"/>
                </a:solidFill>
              </a:defRPr>
            </a:lvl2pPr>
            <a:lvl3pPr lvl="2" algn="ctr">
              <a:buNone/>
              <a:defRPr>
                <a:solidFill>
                  <a:schemeClr val="dk2"/>
                </a:solidFill>
              </a:defRPr>
            </a:lvl3pPr>
            <a:lvl4pPr lvl="3" algn="ctr">
              <a:buNone/>
              <a:defRPr>
                <a:solidFill>
                  <a:schemeClr val="dk2"/>
                </a:solidFill>
              </a:defRPr>
            </a:lvl4pPr>
            <a:lvl5pPr lvl="4" algn="ctr">
              <a:buNone/>
              <a:defRPr>
                <a:solidFill>
                  <a:schemeClr val="dk2"/>
                </a:solidFill>
              </a:defRPr>
            </a:lvl5pPr>
            <a:lvl6pPr lvl="5" algn="ctr">
              <a:buNone/>
              <a:defRPr>
                <a:solidFill>
                  <a:schemeClr val="dk2"/>
                </a:solidFill>
              </a:defRPr>
            </a:lvl6pPr>
            <a:lvl7pPr lvl="6" algn="ctr">
              <a:buNone/>
              <a:defRPr>
                <a:solidFill>
                  <a:schemeClr val="dk2"/>
                </a:solidFill>
              </a:defRPr>
            </a:lvl7pPr>
            <a:lvl8pPr lvl="7" algn="ctr">
              <a:buNone/>
              <a:defRPr>
                <a:solidFill>
                  <a:schemeClr val="dk2"/>
                </a:solidFill>
              </a:defRPr>
            </a:lvl8pPr>
            <a:lvl9pPr lvl="8" algn="ctr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609" name="Google Shape;609;p65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610" name="Google Shape;610;p65"/>
          <p:cNvCxnSpPr/>
          <p:nvPr/>
        </p:nvCxnSpPr>
        <p:spPr>
          <a:xfrm rot="10800000">
            <a:off x="394350" y="2079300"/>
            <a:ext cx="0" cy="9849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oval"/>
          </a:ln>
        </p:spPr>
      </p:cxn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66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3" name="Google Shape;613;p66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614" name="Google Shape;614;p66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5" name="Google Shape;615;p66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616" name="Google Shape;616;p66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617" name="Google Shape;617;p66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None/>
              <a:defRPr>
                <a:solidFill>
                  <a:schemeClr val="dk2"/>
                </a:solidFill>
              </a:defRPr>
            </a:lvl1pPr>
            <a:lvl2pPr lvl="1" algn="ctr">
              <a:buNone/>
              <a:defRPr>
                <a:solidFill>
                  <a:schemeClr val="dk2"/>
                </a:solidFill>
              </a:defRPr>
            </a:lvl2pPr>
            <a:lvl3pPr lvl="2" algn="ctr">
              <a:buNone/>
              <a:defRPr>
                <a:solidFill>
                  <a:schemeClr val="dk2"/>
                </a:solidFill>
              </a:defRPr>
            </a:lvl3pPr>
            <a:lvl4pPr lvl="3" algn="ctr">
              <a:buNone/>
              <a:defRPr>
                <a:solidFill>
                  <a:schemeClr val="dk2"/>
                </a:solidFill>
              </a:defRPr>
            </a:lvl4pPr>
            <a:lvl5pPr lvl="4" algn="ctr">
              <a:buNone/>
              <a:defRPr>
                <a:solidFill>
                  <a:schemeClr val="dk2"/>
                </a:solidFill>
              </a:defRPr>
            </a:lvl5pPr>
            <a:lvl6pPr lvl="5" algn="ctr">
              <a:buNone/>
              <a:defRPr>
                <a:solidFill>
                  <a:schemeClr val="dk2"/>
                </a:solidFill>
              </a:defRPr>
            </a:lvl6pPr>
            <a:lvl7pPr lvl="6" algn="ctr">
              <a:buNone/>
              <a:defRPr>
                <a:solidFill>
                  <a:schemeClr val="dk2"/>
                </a:solidFill>
              </a:defRPr>
            </a:lvl7pPr>
            <a:lvl8pPr lvl="7" algn="ctr">
              <a:buNone/>
              <a:defRPr>
                <a:solidFill>
                  <a:schemeClr val="dk2"/>
                </a:solidFill>
              </a:defRPr>
            </a:lvl8pPr>
            <a:lvl9pPr lvl="8" algn="ctr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618" name="Google Shape;618;p66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619" name="Google Shape;619;p6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20" name="Google Shape;620;p66"/>
          <p:cNvSpPr txBox="1"/>
          <p:nvPr>
            <p:ph idx="1" type="body"/>
          </p:nvPr>
        </p:nvSpPr>
        <p:spPr>
          <a:xfrm>
            <a:off x="720000" y="1215750"/>
            <a:ext cx="7704000" cy="323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Nunito Ligh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C800"/>
              </a:buClr>
              <a:buSzPts val="1200"/>
              <a:buFont typeface="Nunito Light"/>
              <a:buChar char="■"/>
              <a:defRPr/>
            </a:lvl3pPr>
            <a:lvl4pPr indent="-3048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C800"/>
              </a:buClr>
              <a:buSzPts val="1200"/>
              <a:buFont typeface="Nunito Light"/>
              <a:buChar char="●"/>
              <a:defRPr/>
            </a:lvl4pPr>
            <a:lvl5pPr indent="-3048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○"/>
              <a:defRPr/>
            </a:lvl5pPr>
            <a:lvl6pPr indent="-3048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■"/>
              <a:defRPr/>
            </a:lvl6pPr>
            <a:lvl7pPr indent="-3048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●"/>
              <a:defRPr/>
            </a:lvl7pPr>
            <a:lvl8pPr indent="-3048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○"/>
              <a:defRPr/>
            </a:lvl8pPr>
            <a:lvl9pPr indent="-3048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2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67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23" name="Google Shape;623;p67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624" name="Google Shape;624;p67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25" name="Google Shape;625;p67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626" name="Google Shape;626;p67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627" name="Google Shape;627;p67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None/>
              <a:defRPr>
                <a:solidFill>
                  <a:schemeClr val="dk2"/>
                </a:solidFill>
              </a:defRPr>
            </a:lvl1pPr>
            <a:lvl2pPr lvl="1" algn="ctr">
              <a:buNone/>
              <a:defRPr>
                <a:solidFill>
                  <a:schemeClr val="dk2"/>
                </a:solidFill>
              </a:defRPr>
            </a:lvl2pPr>
            <a:lvl3pPr lvl="2" algn="ctr">
              <a:buNone/>
              <a:defRPr>
                <a:solidFill>
                  <a:schemeClr val="dk2"/>
                </a:solidFill>
              </a:defRPr>
            </a:lvl3pPr>
            <a:lvl4pPr lvl="3" algn="ctr">
              <a:buNone/>
              <a:defRPr>
                <a:solidFill>
                  <a:schemeClr val="dk2"/>
                </a:solidFill>
              </a:defRPr>
            </a:lvl4pPr>
            <a:lvl5pPr lvl="4" algn="ctr">
              <a:buNone/>
              <a:defRPr>
                <a:solidFill>
                  <a:schemeClr val="dk2"/>
                </a:solidFill>
              </a:defRPr>
            </a:lvl5pPr>
            <a:lvl6pPr lvl="5" algn="ctr">
              <a:buNone/>
              <a:defRPr>
                <a:solidFill>
                  <a:schemeClr val="dk2"/>
                </a:solidFill>
              </a:defRPr>
            </a:lvl6pPr>
            <a:lvl7pPr lvl="6" algn="ctr">
              <a:buNone/>
              <a:defRPr>
                <a:solidFill>
                  <a:schemeClr val="dk2"/>
                </a:solidFill>
              </a:defRPr>
            </a:lvl7pPr>
            <a:lvl8pPr lvl="7" algn="ctr">
              <a:buNone/>
              <a:defRPr>
                <a:solidFill>
                  <a:schemeClr val="dk2"/>
                </a:solidFill>
              </a:defRPr>
            </a:lvl8pPr>
            <a:lvl9pPr lvl="8" algn="ctr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628" name="Google Shape;628;p67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629" name="Google Shape;629;p6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30" name="Google Shape;630;p67"/>
          <p:cNvSpPr txBox="1"/>
          <p:nvPr>
            <p:ph idx="1" type="subTitle"/>
          </p:nvPr>
        </p:nvSpPr>
        <p:spPr>
          <a:xfrm>
            <a:off x="4747387" y="1872353"/>
            <a:ext cx="3698100" cy="27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b="0"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9pPr>
          </a:lstStyle>
          <a:p/>
        </p:txBody>
      </p:sp>
      <p:sp>
        <p:nvSpPr>
          <p:cNvPr id="631" name="Google Shape;631;p67"/>
          <p:cNvSpPr txBox="1"/>
          <p:nvPr>
            <p:ph idx="2" type="subTitle"/>
          </p:nvPr>
        </p:nvSpPr>
        <p:spPr>
          <a:xfrm>
            <a:off x="726675" y="1872353"/>
            <a:ext cx="3698100" cy="27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b="0" sz="1400"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9pPr>
          </a:lstStyle>
          <a:p/>
        </p:txBody>
      </p:sp>
      <p:sp>
        <p:nvSpPr>
          <p:cNvPr id="632" name="Google Shape;632;p67"/>
          <p:cNvSpPr txBox="1"/>
          <p:nvPr>
            <p:ph idx="3" type="subTitle"/>
          </p:nvPr>
        </p:nvSpPr>
        <p:spPr>
          <a:xfrm>
            <a:off x="726675" y="1313225"/>
            <a:ext cx="3698100" cy="4224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3" name="Google Shape;633;p67"/>
          <p:cNvSpPr txBox="1"/>
          <p:nvPr>
            <p:ph idx="4" type="subTitle"/>
          </p:nvPr>
        </p:nvSpPr>
        <p:spPr>
          <a:xfrm>
            <a:off x="4747375" y="1313225"/>
            <a:ext cx="3698100" cy="4224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68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36" name="Google Shape;636;p68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637" name="Google Shape;637;p68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38" name="Google Shape;638;p68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639" name="Google Shape;639;p68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640" name="Google Shape;640;p68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None/>
              <a:defRPr>
                <a:solidFill>
                  <a:schemeClr val="dk2"/>
                </a:solidFill>
              </a:defRPr>
            </a:lvl1pPr>
            <a:lvl2pPr lvl="1" algn="ctr">
              <a:buNone/>
              <a:defRPr>
                <a:solidFill>
                  <a:schemeClr val="dk2"/>
                </a:solidFill>
              </a:defRPr>
            </a:lvl2pPr>
            <a:lvl3pPr lvl="2" algn="ctr">
              <a:buNone/>
              <a:defRPr>
                <a:solidFill>
                  <a:schemeClr val="dk2"/>
                </a:solidFill>
              </a:defRPr>
            </a:lvl3pPr>
            <a:lvl4pPr lvl="3" algn="ctr">
              <a:buNone/>
              <a:defRPr>
                <a:solidFill>
                  <a:schemeClr val="dk2"/>
                </a:solidFill>
              </a:defRPr>
            </a:lvl4pPr>
            <a:lvl5pPr lvl="4" algn="ctr">
              <a:buNone/>
              <a:defRPr>
                <a:solidFill>
                  <a:schemeClr val="dk2"/>
                </a:solidFill>
              </a:defRPr>
            </a:lvl5pPr>
            <a:lvl6pPr lvl="5" algn="ctr">
              <a:buNone/>
              <a:defRPr>
                <a:solidFill>
                  <a:schemeClr val="dk2"/>
                </a:solidFill>
              </a:defRPr>
            </a:lvl6pPr>
            <a:lvl7pPr lvl="6" algn="ctr">
              <a:buNone/>
              <a:defRPr>
                <a:solidFill>
                  <a:schemeClr val="dk2"/>
                </a:solidFill>
              </a:defRPr>
            </a:lvl7pPr>
            <a:lvl8pPr lvl="7" algn="ctr">
              <a:buNone/>
              <a:defRPr>
                <a:solidFill>
                  <a:schemeClr val="dk2"/>
                </a:solidFill>
              </a:defRPr>
            </a:lvl8pPr>
            <a:lvl9pPr lvl="8" algn="ctr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641" name="Google Shape;641;p68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642" name="Google Shape;642;p6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69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45" name="Google Shape;645;p69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646" name="Google Shape;646;p69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47" name="Google Shape;647;p69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648" name="Google Shape;648;p69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649" name="Google Shape;649;p69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None/>
              <a:defRPr>
                <a:solidFill>
                  <a:schemeClr val="dk2"/>
                </a:solidFill>
              </a:defRPr>
            </a:lvl1pPr>
            <a:lvl2pPr lvl="1" algn="ctr">
              <a:buNone/>
              <a:defRPr>
                <a:solidFill>
                  <a:schemeClr val="dk2"/>
                </a:solidFill>
              </a:defRPr>
            </a:lvl2pPr>
            <a:lvl3pPr lvl="2" algn="ctr">
              <a:buNone/>
              <a:defRPr>
                <a:solidFill>
                  <a:schemeClr val="dk2"/>
                </a:solidFill>
              </a:defRPr>
            </a:lvl3pPr>
            <a:lvl4pPr lvl="3" algn="ctr">
              <a:buNone/>
              <a:defRPr>
                <a:solidFill>
                  <a:schemeClr val="dk2"/>
                </a:solidFill>
              </a:defRPr>
            </a:lvl4pPr>
            <a:lvl5pPr lvl="4" algn="ctr">
              <a:buNone/>
              <a:defRPr>
                <a:solidFill>
                  <a:schemeClr val="dk2"/>
                </a:solidFill>
              </a:defRPr>
            </a:lvl5pPr>
            <a:lvl6pPr lvl="5" algn="ctr">
              <a:buNone/>
              <a:defRPr>
                <a:solidFill>
                  <a:schemeClr val="dk2"/>
                </a:solidFill>
              </a:defRPr>
            </a:lvl6pPr>
            <a:lvl7pPr lvl="6" algn="ctr">
              <a:buNone/>
              <a:defRPr>
                <a:solidFill>
                  <a:schemeClr val="dk2"/>
                </a:solidFill>
              </a:defRPr>
            </a:lvl7pPr>
            <a:lvl8pPr lvl="7" algn="ctr">
              <a:buNone/>
              <a:defRPr>
                <a:solidFill>
                  <a:schemeClr val="dk2"/>
                </a:solidFill>
              </a:defRPr>
            </a:lvl8pPr>
            <a:lvl9pPr lvl="8" algn="ctr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650" name="Google Shape;650;p69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651" name="Google Shape;651;p69"/>
          <p:cNvSpPr txBox="1"/>
          <p:nvPr>
            <p:ph type="title"/>
          </p:nvPr>
        </p:nvSpPr>
        <p:spPr>
          <a:xfrm>
            <a:off x="720000" y="445025"/>
            <a:ext cx="6266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52" name="Google Shape;652;p69"/>
          <p:cNvSpPr txBox="1"/>
          <p:nvPr>
            <p:ph idx="1" type="subTitle"/>
          </p:nvPr>
        </p:nvSpPr>
        <p:spPr>
          <a:xfrm>
            <a:off x="720000" y="1347250"/>
            <a:ext cx="7324500" cy="317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70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70"/>
          <p:cNvSpPr txBox="1"/>
          <p:nvPr>
            <p:ph type="title"/>
          </p:nvPr>
        </p:nvSpPr>
        <p:spPr>
          <a:xfrm>
            <a:off x="969825" y="2079259"/>
            <a:ext cx="7204500" cy="87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cxnSp>
        <p:nvCxnSpPr>
          <p:cNvPr id="656" name="Google Shape;656;p70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657" name="Google Shape;657;p70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58" name="Google Shape;658;p70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659" name="Google Shape;659;p70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660" name="Google Shape;660;p70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None/>
              <a:defRPr>
                <a:solidFill>
                  <a:schemeClr val="dk2"/>
                </a:solidFill>
              </a:defRPr>
            </a:lvl1pPr>
            <a:lvl2pPr lvl="1" algn="ctr">
              <a:buNone/>
              <a:defRPr>
                <a:solidFill>
                  <a:schemeClr val="dk2"/>
                </a:solidFill>
              </a:defRPr>
            </a:lvl2pPr>
            <a:lvl3pPr lvl="2" algn="ctr">
              <a:buNone/>
              <a:defRPr>
                <a:solidFill>
                  <a:schemeClr val="dk2"/>
                </a:solidFill>
              </a:defRPr>
            </a:lvl3pPr>
            <a:lvl4pPr lvl="3" algn="ctr">
              <a:buNone/>
              <a:defRPr>
                <a:solidFill>
                  <a:schemeClr val="dk2"/>
                </a:solidFill>
              </a:defRPr>
            </a:lvl4pPr>
            <a:lvl5pPr lvl="4" algn="ctr">
              <a:buNone/>
              <a:defRPr>
                <a:solidFill>
                  <a:schemeClr val="dk2"/>
                </a:solidFill>
              </a:defRPr>
            </a:lvl5pPr>
            <a:lvl6pPr lvl="5" algn="ctr">
              <a:buNone/>
              <a:defRPr>
                <a:solidFill>
                  <a:schemeClr val="dk2"/>
                </a:solidFill>
              </a:defRPr>
            </a:lvl6pPr>
            <a:lvl7pPr lvl="6" algn="ctr">
              <a:buNone/>
              <a:defRPr>
                <a:solidFill>
                  <a:schemeClr val="dk2"/>
                </a:solidFill>
              </a:defRPr>
            </a:lvl7pPr>
            <a:lvl8pPr lvl="7" algn="ctr">
              <a:buNone/>
              <a:defRPr>
                <a:solidFill>
                  <a:schemeClr val="dk2"/>
                </a:solidFill>
              </a:defRPr>
            </a:lvl8pPr>
            <a:lvl9pPr lvl="8" algn="ctr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661" name="Google Shape;661;p70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71"/>
          <p:cNvSpPr txBox="1"/>
          <p:nvPr>
            <p:ph type="title"/>
          </p:nvPr>
        </p:nvSpPr>
        <p:spPr>
          <a:xfrm>
            <a:off x="720000" y="1413525"/>
            <a:ext cx="4294800" cy="209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64" name="Google Shape;664;p71"/>
          <p:cNvSpPr txBox="1"/>
          <p:nvPr>
            <p:ph idx="1" type="subTitle"/>
          </p:nvPr>
        </p:nvSpPr>
        <p:spPr>
          <a:xfrm>
            <a:off x="720000" y="3508800"/>
            <a:ext cx="4294800" cy="100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65" name="Google Shape;665;p7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72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668" name="Google Shape;668;p72"/>
          <p:cNvSpPr txBox="1"/>
          <p:nvPr>
            <p:ph type="title"/>
          </p:nvPr>
        </p:nvSpPr>
        <p:spPr>
          <a:xfrm>
            <a:off x="713225" y="4162975"/>
            <a:ext cx="7917300" cy="541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73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71" name="Google Shape;671;p73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672" name="Google Shape;672;p73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73" name="Google Shape;673;p73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674" name="Google Shape;674;p73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675" name="Google Shape;675;p73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None/>
              <a:defRPr>
                <a:solidFill>
                  <a:schemeClr val="dk2"/>
                </a:solidFill>
              </a:defRPr>
            </a:lvl1pPr>
            <a:lvl2pPr lvl="1" algn="ctr">
              <a:buNone/>
              <a:defRPr>
                <a:solidFill>
                  <a:schemeClr val="dk2"/>
                </a:solidFill>
              </a:defRPr>
            </a:lvl2pPr>
            <a:lvl3pPr lvl="2" algn="ctr">
              <a:buNone/>
              <a:defRPr>
                <a:solidFill>
                  <a:schemeClr val="dk2"/>
                </a:solidFill>
              </a:defRPr>
            </a:lvl3pPr>
            <a:lvl4pPr lvl="3" algn="ctr">
              <a:buNone/>
              <a:defRPr>
                <a:solidFill>
                  <a:schemeClr val="dk2"/>
                </a:solidFill>
              </a:defRPr>
            </a:lvl4pPr>
            <a:lvl5pPr lvl="4" algn="ctr">
              <a:buNone/>
              <a:defRPr>
                <a:solidFill>
                  <a:schemeClr val="dk2"/>
                </a:solidFill>
              </a:defRPr>
            </a:lvl5pPr>
            <a:lvl6pPr lvl="5" algn="ctr">
              <a:buNone/>
              <a:defRPr>
                <a:solidFill>
                  <a:schemeClr val="dk2"/>
                </a:solidFill>
              </a:defRPr>
            </a:lvl6pPr>
            <a:lvl7pPr lvl="6" algn="ctr">
              <a:buNone/>
              <a:defRPr>
                <a:solidFill>
                  <a:schemeClr val="dk2"/>
                </a:solidFill>
              </a:defRPr>
            </a:lvl7pPr>
            <a:lvl8pPr lvl="7" algn="ctr">
              <a:buNone/>
              <a:defRPr>
                <a:solidFill>
                  <a:schemeClr val="dk2"/>
                </a:solidFill>
              </a:defRPr>
            </a:lvl8pPr>
            <a:lvl9pPr lvl="8" algn="ctr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676" name="Google Shape;676;p73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677" name="Google Shape;677;p73"/>
          <p:cNvSpPr txBox="1"/>
          <p:nvPr>
            <p:ph hasCustomPrompt="1" type="title"/>
          </p:nvPr>
        </p:nvSpPr>
        <p:spPr>
          <a:xfrm>
            <a:off x="1284000" y="1429725"/>
            <a:ext cx="6576000" cy="140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678" name="Google Shape;678;p73"/>
          <p:cNvSpPr txBox="1"/>
          <p:nvPr>
            <p:ph idx="1" type="subTitle"/>
          </p:nvPr>
        </p:nvSpPr>
        <p:spPr>
          <a:xfrm>
            <a:off x="1284000" y="2985500"/>
            <a:ext cx="6576000" cy="4971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2"/>
        </a:solidFill>
      </p:bgPr>
    </p:bg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75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2" name="Google Shape;682;p7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83" name="Google Shape;683;p75"/>
          <p:cNvSpPr txBox="1"/>
          <p:nvPr>
            <p:ph idx="1" type="subTitle"/>
          </p:nvPr>
        </p:nvSpPr>
        <p:spPr>
          <a:xfrm>
            <a:off x="713225" y="2018125"/>
            <a:ext cx="2426100" cy="538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84" name="Google Shape;684;p75"/>
          <p:cNvSpPr txBox="1"/>
          <p:nvPr>
            <p:ph idx="2" type="subTitle"/>
          </p:nvPr>
        </p:nvSpPr>
        <p:spPr>
          <a:xfrm>
            <a:off x="713225" y="3870728"/>
            <a:ext cx="2426100" cy="538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85" name="Google Shape;685;p75"/>
          <p:cNvSpPr txBox="1"/>
          <p:nvPr>
            <p:ph idx="3" type="subTitle"/>
          </p:nvPr>
        </p:nvSpPr>
        <p:spPr>
          <a:xfrm>
            <a:off x="3359125" y="3870725"/>
            <a:ext cx="2426100" cy="538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86" name="Google Shape;686;p75"/>
          <p:cNvSpPr txBox="1"/>
          <p:nvPr>
            <p:ph idx="4" type="subTitle"/>
          </p:nvPr>
        </p:nvSpPr>
        <p:spPr>
          <a:xfrm>
            <a:off x="3359125" y="2018025"/>
            <a:ext cx="2426100" cy="538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87" name="Google Shape;687;p75"/>
          <p:cNvSpPr txBox="1"/>
          <p:nvPr>
            <p:ph hasCustomPrompt="1" idx="5" type="title"/>
          </p:nvPr>
        </p:nvSpPr>
        <p:spPr>
          <a:xfrm>
            <a:off x="713225" y="1141288"/>
            <a:ext cx="656100" cy="4380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88" name="Google Shape;688;p75"/>
          <p:cNvSpPr txBox="1"/>
          <p:nvPr>
            <p:ph hasCustomPrompt="1" idx="6" type="title"/>
          </p:nvPr>
        </p:nvSpPr>
        <p:spPr>
          <a:xfrm>
            <a:off x="3359125" y="2994063"/>
            <a:ext cx="656100" cy="438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89" name="Google Shape;689;p75"/>
          <p:cNvSpPr txBox="1"/>
          <p:nvPr>
            <p:ph hasCustomPrompt="1" idx="7" type="title"/>
          </p:nvPr>
        </p:nvSpPr>
        <p:spPr>
          <a:xfrm>
            <a:off x="713225" y="2994063"/>
            <a:ext cx="656100" cy="438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90" name="Google Shape;690;p75"/>
          <p:cNvSpPr txBox="1"/>
          <p:nvPr>
            <p:ph hasCustomPrompt="1" idx="8" type="title"/>
          </p:nvPr>
        </p:nvSpPr>
        <p:spPr>
          <a:xfrm>
            <a:off x="3359125" y="1142055"/>
            <a:ext cx="656100" cy="4380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91" name="Google Shape;691;p75"/>
          <p:cNvSpPr txBox="1"/>
          <p:nvPr>
            <p:ph idx="9" type="subTitle"/>
          </p:nvPr>
        </p:nvSpPr>
        <p:spPr>
          <a:xfrm>
            <a:off x="5997638" y="3870725"/>
            <a:ext cx="2426100" cy="538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92" name="Google Shape;692;p75"/>
          <p:cNvSpPr txBox="1"/>
          <p:nvPr>
            <p:ph idx="13" type="subTitle"/>
          </p:nvPr>
        </p:nvSpPr>
        <p:spPr>
          <a:xfrm>
            <a:off x="5997638" y="2018025"/>
            <a:ext cx="2426100" cy="538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93" name="Google Shape;693;p75"/>
          <p:cNvSpPr txBox="1"/>
          <p:nvPr>
            <p:ph hasCustomPrompt="1" idx="14" type="title"/>
          </p:nvPr>
        </p:nvSpPr>
        <p:spPr>
          <a:xfrm>
            <a:off x="5997638" y="2994063"/>
            <a:ext cx="656100" cy="438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94" name="Google Shape;694;p75"/>
          <p:cNvSpPr txBox="1"/>
          <p:nvPr>
            <p:ph hasCustomPrompt="1" idx="15" type="title"/>
          </p:nvPr>
        </p:nvSpPr>
        <p:spPr>
          <a:xfrm>
            <a:off x="5997638" y="1142055"/>
            <a:ext cx="656100" cy="4380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95" name="Google Shape;695;p75"/>
          <p:cNvSpPr txBox="1"/>
          <p:nvPr>
            <p:ph idx="16" type="subTitle"/>
          </p:nvPr>
        </p:nvSpPr>
        <p:spPr>
          <a:xfrm>
            <a:off x="713225" y="1594575"/>
            <a:ext cx="2423100" cy="4389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latin typeface="Quicksand"/>
                <a:ea typeface="Quicksand"/>
                <a:cs typeface="Quicksand"/>
                <a:sym typeface="Quicksa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696" name="Google Shape;696;p75"/>
          <p:cNvSpPr txBox="1"/>
          <p:nvPr>
            <p:ph idx="17" type="subTitle"/>
          </p:nvPr>
        </p:nvSpPr>
        <p:spPr>
          <a:xfrm>
            <a:off x="713225" y="3447136"/>
            <a:ext cx="2423100" cy="4284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latin typeface="Quicksand"/>
                <a:ea typeface="Quicksand"/>
                <a:cs typeface="Quicksand"/>
                <a:sym typeface="Quicksa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697" name="Google Shape;697;p75"/>
          <p:cNvSpPr txBox="1"/>
          <p:nvPr>
            <p:ph idx="18" type="subTitle"/>
          </p:nvPr>
        </p:nvSpPr>
        <p:spPr>
          <a:xfrm>
            <a:off x="3359125" y="3447125"/>
            <a:ext cx="2423100" cy="4284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latin typeface="Quicksand"/>
                <a:ea typeface="Quicksand"/>
                <a:cs typeface="Quicksand"/>
                <a:sym typeface="Quicksa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698" name="Google Shape;698;p75"/>
          <p:cNvSpPr txBox="1"/>
          <p:nvPr>
            <p:ph idx="19" type="subTitle"/>
          </p:nvPr>
        </p:nvSpPr>
        <p:spPr>
          <a:xfrm>
            <a:off x="3359125" y="1594575"/>
            <a:ext cx="2423100" cy="4389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latin typeface="Quicksand"/>
                <a:ea typeface="Quicksand"/>
                <a:cs typeface="Quicksand"/>
                <a:sym typeface="Quicksa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699" name="Google Shape;699;p75"/>
          <p:cNvSpPr txBox="1"/>
          <p:nvPr>
            <p:ph idx="20" type="subTitle"/>
          </p:nvPr>
        </p:nvSpPr>
        <p:spPr>
          <a:xfrm>
            <a:off x="5997638" y="3447125"/>
            <a:ext cx="2423100" cy="4284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latin typeface="Quicksand"/>
                <a:ea typeface="Quicksand"/>
                <a:cs typeface="Quicksand"/>
                <a:sym typeface="Quicksa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00" name="Google Shape;700;p75"/>
          <p:cNvSpPr txBox="1"/>
          <p:nvPr>
            <p:ph idx="21" type="subTitle"/>
          </p:nvPr>
        </p:nvSpPr>
        <p:spPr>
          <a:xfrm>
            <a:off x="5997638" y="1594575"/>
            <a:ext cx="2423100" cy="4389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latin typeface="Quicksand"/>
                <a:ea typeface="Quicksand"/>
                <a:cs typeface="Quicksand"/>
                <a:sym typeface="Quicksa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cxnSp>
        <p:nvCxnSpPr>
          <p:cNvPr id="701" name="Google Shape;701;p75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702" name="Google Shape;702;p75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03" name="Google Shape;703;p75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704" name="Google Shape;704;p75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705" name="Google Shape;705;p75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None/>
              <a:defRPr>
                <a:solidFill>
                  <a:schemeClr val="dk2"/>
                </a:solidFill>
              </a:defRPr>
            </a:lvl1pPr>
            <a:lvl2pPr lvl="1" algn="ctr">
              <a:buNone/>
              <a:defRPr>
                <a:solidFill>
                  <a:schemeClr val="dk2"/>
                </a:solidFill>
              </a:defRPr>
            </a:lvl2pPr>
            <a:lvl3pPr lvl="2" algn="ctr">
              <a:buNone/>
              <a:defRPr>
                <a:solidFill>
                  <a:schemeClr val="dk2"/>
                </a:solidFill>
              </a:defRPr>
            </a:lvl3pPr>
            <a:lvl4pPr lvl="3" algn="ctr">
              <a:buNone/>
              <a:defRPr>
                <a:solidFill>
                  <a:schemeClr val="dk2"/>
                </a:solidFill>
              </a:defRPr>
            </a:lvl4pPr>
            <a:lvl5pPr lvl="4" algn="ctr">
              <a:buNone/>
              <a:defRPr>
                <a:solidFill>
                  <a:schemeClr val="dk2"/>
                </a:solidFill>
              </a:defRPr>
            </a:lvl5pPr>
            <a:lvl6pPr lvl="5" algn="ctr">
              <a:buNone/>
              <a:defRPr>
                <a:solidFill>
                  <a:schemeClr val="dk2"/>
                </a:solidFill>
              </a:defRPr>
            </a:lvl6pPr>
            <a:lvl7pPr lvl="6" algn="ctr">
              <a:buNone/>
              <a:defRPr>
                <a:solidFill>
                  <a:schemeClr val="dk2"/>
                </a:solidFill>
              </a:defRPr>
            </a:lvl7pPr>
            <a:lvl8pPr lvl="7" algn="ctr">
              <a:buNone/>
              <a:defRPr>
                <a:solidFill>
                  <a:schemeClr val="dk2"/>
                </a:solidFill>
              </a:defRPr>
            </a:lvl8pPr>
            <a:lvl9pPr lvl="8" algn="ctr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706" name="Google Shape;706;p75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76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09" name="Google Shape;709;p76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710" name="Google Shape;710;p76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11" name="Google Shape;711;p76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712" name="Google Shape;712;p76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713" name="Google Shape;713;p76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None/>
              <a:defRPr>
                <a:solidFill>
                  <a:schemeClr val="dk2"/>
                </a:solidFill>
              </a:defRPr>
            </a:lvl1pPr>
            <a:lvl2pPr lvl="1" algn="ctr">
              <a:buNone/>
              <a:defRPr>
                <a:solidFill>
                  <a:schemeClr val="dk2"/>
                </a:solidFill>
              </a:defRPr>
            </a:lvl2pPr>
            <a:lvl3pPr lvl="2" algn="ctr">
              <a:buNone/>
              <a:defRPr>
                <a:solidFill>
                  <a:schemeClr val="dk2"/>
                </a:solidFill>
              </a:defRPr>
            </a:lvl3pPr>
            <a:lvl4pPr lvl="3" algn="ctr">
              <a:buNone/>
              <a:defRPr>
                <a:solidFill>
                  <a:schemeClr val="dk2"/>
                </a:solidFill>
              </a:defRPr>
            </a:lvl4pPr>
            <a:lvl5pPr lvl="4" algn="ctr">
              <a:buNone/>
              <a:defRPr>
                <a:solidFill>
                  <a:schemeClr val="dk2"/>
                </a:solidFill>
              </a:defRPr>
            </a:lvl5pPr>
            <a:lvl6pPr lvl="5" algn="ctr">
              <a:buNone/>
              <a:defRPr>
                <a:solidFill>
                  <a:schemeClr val="dk2"/>
                </a:solidFill>
              </a:defRPr>
            </a:lvl6pPr>
            <a:lvl7pPr lvl="6" algn="ctr">
              <a:buNone/>
              <a:defRPr>
                <a:solidFill>
                  <a:schemeClr val="dk2"/>
                </a:solidFill>
              </a:defRPr>
            </a:lvl7pPr>
            <a:lvl8pPr lvl="7" algn="ctr">
              <a:buNone/>
              <a:defRPr>
                <a:solidFill>
                  <a:schemeClr val="dk2"/>
                </a:solidFill>
              </a:defRPr>
            </a:lvl8pPr>
            <a:lvl9pPr lvl="8" algn="ctr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714" name="Google Shape;714;p76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715" name="Google Shape;715;p76"/>
          <p:cNvSpPr txBox="1"/>
          <p:nvPr>
            <p:ph type="title"/>
          </p:nvPr>
        </p:nvSpPr>
        <p:spPr>
          <a:xfrm>
            <a:off x="969900" y="3387600"/>
            <a:ext cx="7204200" cy="5319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16" name="Google Shape;716;p76"/>
          <p:cNvSpPr txBox="1"/>
          <p:nvPr>
            <p:ph idx="1" type="subTitle"/>
          </p:nvPr>
        </p:nvSpPr>
        <p:spPr>
          <a:xfrm>
            <a:off x="969900" y="1312625"/>
            <a:ext cx="7204200" cy="147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9"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77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19" name="Google Shape;719;p77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720" name="Google Shape;720;p77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21" name="Google Shape;721;p77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722" name="Google Shape;722;p77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723" name="Google Shape;723;p77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None/>
              <a:defRPr>
                <a:solidFill>
                  <a:schemeClr val="dk2"/>
                </a:solidFill>
              </a:defRPr>
            </a:lvl1pPr>
            <a:lvl2pPr lvl="1" algn="ctr">
              <a:buNone/>
              <a:defRPr>
                <a:solidFill>
                  <a:schemeClr val="dk2"/>
                </a:solidFill>
              </a:defRPr>
            </a:lvl2pPr>
            <a:lvl3pPr lvl="2" algn="ctr">
              <a:buNone/>
              <a:defRPr>
                <a:solidFill>
                  <a:schemeClr val="dk2"/>
                </a:solidFill>
              </a:defRPr>
            </a:lvl3pPr>
            <a:lvl4pPr lvl="3" algn="ctr">
              <a:buNone/>
              <a:defRPr>
                <a:solidFill>
                  <a:schemeClr val="dk2"/>
                </a:solidFill>
              </a:defRPr>
            </a:lvl4pPr>
            <a:lvl5pPr lvl="4" algn="ctr">
              <a:buNone/>
              <a:defRPr>
                <a:solidFill>
                  <a:schemeClr val="dk2"/>
                </a:solidFill>
              </a:defRPr>
            </a:lvl5pPr>
            <a:lvl6pPr lvl="5" algn="ctr">
              <a:buNone/>
              <a:defRPr>
                <a:solidFill>
                  <a:schemeClr val="dk2"/>
                </a:solidFill>
              </a:defRPr>
            </a:lvl6pPr>
            <a:lvl7pPr lvl="6" algn="ctr">
              <a:buNone/>
              <a:defRPr>
                <a:solidFill>
                  <a:schemeClr val="dk2"/>
                </a:solidFill>
              </a:defRPr>
            </a:lvl7pPr>
            <a:lvl8pPr lvl="7" algn="ctr">
              <a:buNone/>
              <a:defRPr>
                <a:solidFill>
                  <a:schemeClr val="dk2"/>
                </a:solidFill>
              </a:defRPr>
            </a:lvl8pPr>
            <a:lvl9pPr lvl="8" algn="ctr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724" name="Google Shape;724;p77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725" name="Google Shape;725;p77"/>
          <p:cNvSpPr txBox="1"/>
          <p:nvPr>
            <p:ph type="title"/>
          </p:nvPr>
        </p:nvSpPr>
        <p:spPr>
          <a:xfrm>
            <a:off x="720000" y="1148563"/>
            <a:ext cx="3944700" cy="160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26" name="Google Shape;726;p77"/>
          <p:cNvSpPr txBox="1"/>
          <p:nvPr>
            <p:ph idx="1" type="subTitle"/>
          </p:nvPr>
        </p:nvSpPr>
        <p:spPr>
          <a:xfrm>
            <a:off x="720000" y="2878638"/>
            <a:ext cx="3944700" cy="111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727" name="Google Shape;727;p77"/>
          <p:cNvSpPr/>
          <p:nvPr>
            <p:ph idx="2" type="pic"/>
          </p:nvPr>
        </p:nvSpPr>
        <p:spPr>
          <a:xfrm>
            <a:off x="5149825" y="691038"/>
            <a:ext cx="3070800" cy="37614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"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78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30" name="Google Shape;730;p78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731" name="Google Shape;731;p78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32" name="Google Shape;732;p78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733" name="Google Shape;733;p78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734" name="Google Shape;734;p78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None/>
              <a:defRPr>
                <a:solidFill>
                  <a:schemeClr val="dk2"/>
                </a:solidFill>
              </a:defRPr>
            </a:lvl1pPr>
            <a:lvl2pPr lvl="1" algn="ctr">
              <a:buNone/>
              <a:defRPr>
                <a:solidFill>
                  <a:schemeClr val="dk2"/>
                </a:solidFill>
              </a:defRPr>
            </a:lvl2pPr>
            <a:lvl3pPr lvl="2" algn="ctr">
              <a:buNone/>
              <a:defRPr>
                <a:solidFill>
                  <a:schemeClr val="dk2"/>
                </a:solidFill>
              </a:defRPr>
            </a:lvl3pPr>
            <a:lvl4pPr lvl="3" algn="ctr">
              <a:buNone/>
              <a:defRPr>
                <a:solidFill>
                  <a:schemeClr val="dk2"/>
                </a:solidFill>
              </a:defRPr>
            </a:lvl4pPr>
            <a:lvl5pPr lvl="4" algn="ctr">
              <a:buNone/>
              <a:defRPr>
                <a:solidFill>
                  <a:schemeClr val="dk2"/>
                </a:solidFill>
              </a:defRPr>
            </a:lvl5pPr>
            <a:lvl6pPr lvl="5" algn="ctr">
              <a:buNone/>
              <a:defRPr>
                <a:solidFill>
                  <a:schemeClr val="dk2"/>
                </a:solidFill>
              </a:defRPr>
            </a:lvl6pPr>
            <a:lvl7pPr lvl="6" algn="ctr">
              <a:buNone/>
              <a:defRPr>
                <a:solidFill>
                  <a:schemeClr val="dk2"/>
                </a:solidFill>
              </a:defRPr>
            </a:lvl7pPr>
            <a:lvl8pPr lvl="7" algn="ctr">
              <a:buNone/>
              <a:defRPr>
                <a:solidFill>
                  <a:schemeClr val="dk2"/>
                </a:solidFill>
              </a:defRPr>
            </a:lvl8pPr>
            <a:lvl9pPr lvl="8" algn="ctr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735" name="Google Shape;735;p78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736" name="Google Shape;736;p78"/>
          <p:cNvSpPr txBox="1"/>
          <p:nvPr>
            <p:ph type="title"/>
          </p:nvPr>
        </p:nvSpPr>
        <p:spPr>
          <a:xfrm>
            <a:off x="720000" y="1568400"/>
            <a:ext cx="2891400" cy="70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37" name="Google Shape;737;p78"/>
          <p:cNvSpPr txBox="1"/>
          <p:nvPr>
            <p:ph idx="1" type="subTitle"/>
          </p:nvPr>
        </p:nvSpPr>
        <p:spPr>
          <a:xfrm>
            <a:off x="720000" y="2268888"/>
            <a:ext cx="2891400" cy="13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79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40" name="Google Shape;740;p79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741" name="Google Shape;741;p79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42" name="Google Shape;742;p79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743" name="Google Shape;743;p79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744" name="Google Shape;744;p79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None/>
              <a:defRPr>
                <a:solidFill>
                  <a:schemeClr val="dk2"/>
                </a:solidFill>
              </a:defRPr>
            </a:lvl1pPr>
            <a:lvl2pPr lvl="1" algn="ctr">
              <a:buNone/>
              <a:defRPr>
                <a:solidFill>
                  <a:schemeClr val="dk2"/>
                </a:solidFill>
              </a:defRPr>
            </a:lvl2pPr>
            <a:lvl3pPr lvl="2" algn="ctr">
              <a:buNone/>
              <a:defRPr>
                <a:solidFill>
                  <a:schemeClr val="dk2"/>
                </a:solidFill>
              </a:defRPr>
            </a:lvl3pPr>
            <a:lvl4pPr lvl="3" algn="ctr">
              <a:buNone/>
              <a:defRPr>
                <a:solidFill>
                  <a:schemeClr val="dk2"/>
                </a:solidFill>
              </a:defRPr>
            </a:lvl4pPr>
            <a:lvl5pPr lvl="4" algn="ctr">
              <a:buNone/>
              <a:defRPr>
                <a:solidFill>
                  <a:schemeClr val="dk2"/>
                </a:solidFill>
              </a:defRPr>
            </a:lvl5pPr>
            <a:lvl6pPr lvl="5" algn="ctr">
              <a:buNone/>
              <a:defRPr>
                <a:solidFill>
                  <a:schemeClr val="dk2"/>
                </a:solidFill>
              </a:defRPr>
            </a:lvl6pPr>
            <a:lvl7pPr lvl="6" algn="ctr">
              <a:buNone/>
              <a:defRPr>
                <a:solidFill>
                  <a:schemeClr val="dk2"/>
                </a:solidFill>
              </a:defRPr>
            </a:lvl7pPr>
            <a:lvl8pPr lvl="7" algn="ctr">
              <a:buNone/>
              <a:defRPr>
                <a:solidFill>
                  <a:schemeClr val="dk2"/>
                </a:solidFill>
              </a:defRPr>
            </a:lvl8pPr>
            <a:lvl9pPr lvl="8" algn="ctr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745" name="Google Shape;745;p79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746" name="Google Shape;746;p7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47" name="Google Shape;747;p79"/>
          <p:cNvSpPr txBox="1"/>
          <p:nvPr>
            <p:ph idx="1" type="subTitle"/>
          </p:nvPr>
        </p:nvSpPr>
        <p:spPr>
          <a:xfrm>
            <a:off x="937625" y="3071250"/>
            <a:ext cx="2175300" cy="86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748" name="Google Shape;748;p79"/>
          <p:cNvSpPr txBox="1"/>
          <p:nvPr>
            <p:ph idx="2" type="subTitle"/>
          </p:nvPr>
        </p:nvSpPr>
        <p:spPr>
          <a:xfrm>
            <a:off x="3484346" y="3071250"/>
            <a:ext cx="2175300" cy="86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749" name="Google Shape;749;p79"/>
          <p:cNvSpPr txBox="1"/>
          <p:nvPr>
            <p:ph idx="3" type="subTitle"/>
          </p:nvPr>
        </p:nvSpPr>
        <p:spPr>
          <a:xfrm>
            <a:off x="6031074" y="3071250"/>
            <a:ext cx="2175300" cy="86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750" name="Google Shape;750;p79"/>
          <p:cNvSpPr txBox="1"/>
          <p:nvPr>
            <p:ph idx="4" type="subTitle"/>
          </p:nvPr>
        </p:nvSpPr>
        <p:spPr>
          <a:xfrm>
            <a:off x="937625" y="2690250"/>
            <a:ext cx="2175300" cy="3657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51" name="Google Shape;751;p79"/>
          <p:cNvSpPr txBox="1"/>
          <p:nvPr>
            <p:ph idx="5" type="subTitle"/>
          </p:nvPr>
        </p:nvSpPr>
        <p:spPr>
          <a:xfrm>
            <a:off x="3484347" y="2690250"/>
            <a:ext cx="2175300" cy="3657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52" name="Google Shape;752;p79"/>
          <p:cNvSpPr txBox="1"/>
          <p:nvPr>
            <p:ph idx="6" type="subTitle"/>
          </p:nvPr>
        </p:nvSpPr>
        <p:spPr>
          <a:xfrm>
            <a:off x="6031075" y="2690250"/>
            <a:ext cx="2175300" cy="3657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6_1"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80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55" name="Google Shape;755;p80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756" name="Google Shape;756;p80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57" name="Google Shape;757;p80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758" name="Google Shape;758;p80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759" name="Google Shape;759;p80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None/>
              <a:defRPr>
                <a:solidFill>
                  <a:schemeClr val="dk2"/>
                </a:solidFill>
              </a:defRPr>
            </a:lvl1pPr>
            <a:lvl2pPr lvl="1" algn="ctr">
              <a:buNone/>
              <a:defRPr>
                <a:solidFill>
                  <a:schemeClr val="dk2"/>
                </a:solidFill>
              </a:defRPr>
            </a:lvl2pPr>
            <a:lvl3pPr lvl="2" algn="ctr">
              <a:buNone/>
              <a:defRPr>
                <a:solidFill>
                  <a:schemeClr val="dk2"/>
                </a:solidFill>
              </a:defRPr>
            </a:lvl3pPr>
            <a:lvl4pPr lvl="3" algn="ctr">
              <a:buNone/>
              <a:defRPr>
                <a:solidFill>
                  <a:schemeClr val="dk2"/>
                </a:solidFill>
              </a:defRPr>
            </a:lvl4pPr>
            <a:lvl5pPr lvl="4" algn="ctr">
              <a:buNone/>
              <a:defRPr>
                <a:solidFill>
                  <a:schemeClr val="dk2"/>
                </a:solidFill>
              </a:defRPr>
            </a:lvl5pPr>
            <a:lvl6pPr lvl="5" algn="ctr">
              <a:buNone/>
              <a:defRPr>
                <a:solidFill>
                  <a:schemeClr val="dk2"/>
                </a:solidFill>
              </a:defRPr>
            </a:lvl6pPr>
            <a:lvl7pPr lvl="6" algn="ctr">
              <a:buNone/>
              <a:defRPr>
                <a:solidFill>
                  <a:schemeClr val="dk2"/>
                </a:solidFill>
              </a:defRPr>
            </a:lvl7pPr>
            <a:lvl8pPr lvl="7" algn="ctr">
              <a:buNone/>
              <a:defRPr>
                <a:solidFill>
                  <a:schemeClr val="dk2"/>
                </a:solidFill>
              </a:defRPr>
            </a:lvl8pPr>
            <a:lvl9pPr lvl="8" algn="ctr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760" name="Google Shape;760;p80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761" name="Google Shape;761;p8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62" name="Google Shape;762;p80"/>
          <p:cNvSpPr txBox="1"/>
          <p:nvPr>
            <p:ph idx="1" type="subTitle"/>
          </p:nvPr>
        </p:nvSpPr>
        <p:spPr>
          <a:xfrm>
            <a:off x="720025" y="1610942"/>
            <a:ext cx="7704000" cy="53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763" name="Google Shape;763;p80"/>
          <p:cNvSpPr txBox="1"/>
          <p:nvPr>
            <p:ph idx="2" type="subTitle"/>
          </p:nvPr>
        </p:nvSpPr>
        <p:spPr>
          <a:xfrm>
            <a:off x="720025" y="2731125"/>
            <a:ext cx="77040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764" name="Google Shape;764;p80"/>
          <p:cNvSpPr txBox="1"/>
          <p:nvPr>
            <p:ph idx="3" type="subTitle"/>
          </p:nvPr>
        </p:nvSpPr>
        <p:spPr>
          <a:xfrm>
            <a:off x="720025" y="3851625"/>
            <a:ext cx="77040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765" name="Google Shape;765;p80"/>
          <p:cNvSpPr txBox="1"/>
          <p:nvPr>
            <p:ph idx="4" type="subTitle"/>
          </p:nvPr>
        </p:nvSpPr>
        <p:spPr>
          <a:xfrm>
            <a:off x="720025" y="1241274"/>
            <a:ext cx="7704000" cy="3936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66" name="Google Shape;766;p80"/>
          <p:cNvSpPr txBox="1"/>
          <p:nvPr>
            <p:ph idx="5" type="subTitle"/>
          </p:nvPr>
        </p:nvSpPr>
        <p:spPr>
          <a:xfrm>
            <a:off x="720025" y="2350125"/>
            <a:ext cx="7704000" cy="3936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67" name="Google Shape;767;p80"/>
          <p:cNvSpPr txBox="1"/>
          <p:nvPr>
            <p:ph idx="6" type="subTitle"/>
          </p:nvPr>
        </p:nvSpPr>
        <p:spPr>
          <a:xfrm>
            <a:off x="720025" y="3470625"/>
            <a:ext cx="7704000" cy="3936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2">
  <p:cSld name="CUSTOM_6_1_1"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p81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70" name="Google Shape;770;p81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771" name="Google Shape;771;p81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72" name="Google Shape;772;p81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773" name="Google Shape;773;p81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774" name="Google Shape;774;p81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None/>
              <a:defRPr>
                <a:solidFill>
                  <a:schemeClr val="dk2"/>
                </a:solidFill>
              </a:defRPr>
            </a:lvl1pPr>
            <a:lvl2pPr lvl="1" algn="ctr">
              <a:buNone/>
              <a:defRPr>
                <a:solidFill>
                  <a:schemeClr val="dk2"/>
                </a:solidFill>
              </a:defRPr>
            </a:lvl2pPr>
            <a:lvl3pPr lvl="2" algn="ctr">
              <a:buNone/>
              <a:defRPr>
                <a:solidFill>
                  <a:schemeClr val="dk2"/>
                </a:solidFill>
              </a:defRPr>
            </a:lvl3pPr>
            <a:lvl4pPr lvl="3" algn="ctr">
              <a:buNone/>
              <a:defRPr>
                <a:solidFill>
                  <a:schemeClr val="dk2"/>
                </a:solidFill>
              </a:defRPr>
            </a:lvl4pPr>
            <a:lvl5pPr lvl="4" algn="ctr">
              <a:buNone/>
              <a:defRPr>
                <a:solidFill>
                  <a:schemeClr val="dk2"/>
                </a:solidFill>
              </a:defRPr>
            </a:lvl5pPr>
            <a:lvl6pPr lvl="5" algn="ctr">
              <a:buNone/>
              <a:defRPr>
                <a:solidFill>
                  <a:schemeClr val="dk2"/>
                </a:solidFill>
              </a:defRPr>
            </a:lvl6pPr>
            <a:lvl7pPr lvl="6" algn="ctr">
              <a:buNone/>
              <a:defRPr>
                <a:solidFill>
                  <a:schemeClr val="dk2"/>
                </a:solidFill>
              </a:defRPr>
            </a:lvl7pPr>
            <a:lvl8pPr lvl="7" algn="ctr">
              <a:buNone/>
              <a:defRPr>
                <a:solidFill>
                  <a:schemeClr val="dk2"/>
                </a:solidFill>
              </a:defRPr>
            </a:lvl8pPr>
            <a:lvl9pPr lvl="8" algn="ctr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775" name="Google Shape;775;p81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776" name="Google Shape;776;p8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77" name="Google Shape;777;p81"/>
          <p:cNvSpPr txBox="1"/>
          <p:nvPr>
            <p:ph idx="1" type="subTitle"/>
          </p:nvPr>
        </p:nvSpPr>
        <p:spPr>
          <a:xfrm>
            <a:off x="1381625" y="1718025"/>
            <a:ext cx="70425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778" name="Google Shape;778;p81"/>
          <p:cNvSpPr txBox="1"/>
          <p:nvPr>
            <p:ph idx="2" type="subTitle"/>
          </p:nvPr>
        </p:nvSpPr>
        <p:spPr>
          <a:xfrm>
            <a:off x="1381635" y="2861025"/>
            <a:ext cx="70425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779" name="Google Shape;779;p81"/>
          <p:cNvSpPr txBox="1"/>
          <p:nvPr>
            <p:ph idx="3" type="subTitle"/>
          </p:nvPr>
        </p:nvSpPr>
        <p:spPr>
          <a:xfrm>
            <a:off x="1381635" y="4004025"/>
            <a:ext cx="70425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780" name="Google Shape;780;p81"/>
          <p:cNvSpPr txBox="1"/>
          <p:nvPr>
            <p:ph idx="4" type="subTitle"/>
          </p:nvPr>
        </p:nvSpPr>
        <p:spPr>
          <a:xfrm>
            <a:off x="1381625" y="1406025"/>
            <a:ext cx="7042500" cy="3336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81" name="Google Shape;781;p81"/>
          <p:cNvSpPr txBox="1"/>
          <p:nvPr>
            <p:ph idx="5" type="subTitle"/>
          </p:nvPr>
        </p:nvSpPr>
        <p:spPr>
          <a:xfrm>
            <a:off x="1381625" y="2526575"/>
            <a:ext cx="7042500" cy="3336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82" name="Google Shape;782;p81"/>
          <p:cNvSpPr txBox="1"/>
          <p:nvPr>
            <p:ph idx="6" type="subTitle"/>
          </p:nvPr>
        </p:nvSpPr>
        <p:spPr>
          <a:xfrm>
            <a:off x="1381625" y="3647125"/>
            <a:ext cx="7042500" cy="3336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82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85" name="Google Shape;785;p82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786" name="Google Shape;786;p82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87" name="Google Shape;787;p82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788" name="Google Shape;788;p82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789" name="Google Shape;789;p82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None/>
              <a:defRPr>
                <a:solidFill>
                  <a:schemeClr val="dk2"/>
                </a:solidFill>
              </a:defRPr>
            </a:lvl1pPr>
            <a:lvl2pPr lvl="1" algn="ctr">
              <a:buNone/>
              <a:defRPr>
                <a:solidFill>
                  <a:schemeClr val="dk2"/>
                </a:solidFill>
              </a:defRPr>
            </a:lvl2pPr>
            <a:lvl3pPr lvl="2" algn="ctr">
              <a:buNone/>
              <a:defRPr>
                <a:solidFill>
                  <a:schemeClr val="dk2"/>
                </a:solidFill>
              </a:defRPr>
            </a:lvl3pPr>
            <a:lvl4pPr lvl="3" algn="ctr">
              <a:buNone/>
              <a:defRPr>
                <a:solidFill>
                  <a:schemeClr val="dk2"/>
                </a:solidFill>
              </a:defRPr>
            </a:lvl4pPr>
            <a:lvl5pPr lvl="4" algn="ctr">
              <a:buNone/>
              <a:defRPr>
                <a:solidFill>
                  <a:schemeClr val="dk2"/>
                </a:solidFill>
              </a:defRPr>
            </a:lvl5pPr>
            <a:lvl6pPr lvl="5" algn="ctr">
              <a:buNone/>
              <a:defRPr>
                <a:solidFill>
                  <a:schemeClr val="dk2"/>
                </a:solidFill>
              </a:defRPr>
            </a:lvl6pPr>
            <a:lvl7pPr lvl="6" algn="ctr">
              <a:buNone/>
              <a:defRPr>
                <a:solidFill>
                  <a:schemeClr val="dk2"/>
                </a:solidFill>
              </a:defRPr>
            </a:lvl7pPr>
            <a:lvl8pPr lvl="7" algn="ctr">
              <a:buNone/>
              <a:defRPr>
                <a:solidFill>
                  <a:schemeClr val="dk2"/>
                </a:solidFill>
              </a:defRPr>
            </a:lvl8pPr>
            <a:lvl9pPr lvl="8" algn="ctr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790" name="Google Shape;790;p82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791" name="Google Shape;791;p8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92" name="Google Shape;792;p82"/>
          <p:cNvSpPr txBox="1"/>
          <p:nvPr>
            <p:ph idx="1" type="subTitle"/>
          </p:nvPr>
        </p:nvSpPr>
        <p:spPr>
          <a:xfrm>
            <a:off x="1545775" y="1975263"/>
            <a:ext cx="2556900" cy="9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793" name="Google Shape;793;p82"/>
          <p:cNvSpPr txBox="1"/>
          <p:nvPr>
            <p:ph idx="2" type="subTitle"/>
          </p:nvPr>
        </p:nvSpPr>
        <p:spPr>
          <a:xfrm>
            <a:off x="5041325" y="1975263"/>
            <a:ext cx="2556900" cy="9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794" name="Google Shape;794;p82"/>
          <p:cNvSpPr txBox="1"/>
          <p:nvPr>
            <p:ph idx="3" type="subTitle"/>
          </p:nvPr>
        </p:nvSpPr>
        <p:spPr>
          <a:xfrm>
            <a:off x="1545775" y="3691500"/>
            <a:ext cx="2556900" cy="9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795" name="Google Shape;795;p82"/>
          <p:cNvSpPr txBox="1"/>
          <p:nvPr>
            <p:ph idx="4" type="subTitle"/>
          </p:nvPr>
        </p:nvSpPr>
        <p:spPr>
          <a:xfrm>
            <a:off x="5041325" y="3691500"/>
            <a:ext cx="2556900" cy="9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796" name="Google Shape;796;p82"/>
          <p:cNvSpPr txBox="1"/>
          <p:nvPr>
            <p:ph idx="5" type="subTitle"/>
          </p:nvPr>
        </p:nvSpPr>
        <p:spPr>
          <a:xfrm>
            <a:off x="1545775" y="1670463"/>
            <a:ext cx="2556900" cy="3549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97" name="Google Shape;797;p82"/>
          <p:cNvSpPr txBox="1"/>
          <p:nvPr>
            <p:ph idx="6" type="subTitle"/>
          </p:nvPr>
        </p:nvSpPr>
        <p:spPr>
          <a:xfrm>
            <a:off x="5041325" y="1670463"/>
            <a:ext cx="2556900" cy="3549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98" name="Google Shape;798;p82"/>
          <p:cNvSpPr txBox="1"/>
          <p:nvPr>
            <p:ph idx="7" type="subTitle"/>
          </p:nvPr>
        </p:nvSpPr>
        <p:spPr>
          <a:xfrm>
            <a:off x="1545775" y="3386700"/>
            <a:ext cx="2556900" cy="3549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99" name="Google Shape;799;p82"/>
          <p:cNvSpPr txBox="1"/>
          <p:nvPr>
            <p:ph idx="8" type="subTitle"/>
          </p:nvPr>
        </p:nvSpPr>
        <p:spPr>
          <a:xfrm>
            <a:off x="5041325" y="3386700"/>
            <a:ext cx="2556900" cy="3549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_1"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p83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02" name="Google Shape;802;p83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803" name="Google Shape;803;p83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04" name="Google Shape;804;p83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805" name="Google Shape;805;p83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806" name="Google Shape;806;p83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None/>
              <a:defRPr>
                <a:solidFill>
                  <a:schemeClr val="dk2"/>
                </a:solidFill>
              </a:defRPr>
            </a:lvl1pPr>
            <a:lvl2pPr lvl="1" algn="ctr">
              <a:buNone/>
              <a:defRPr>
                <a:solidFill>
                  <a:schemeClr val="dk2"/>
                </a:solidFill>
              </a:defRPr>
            </a:lvl2pPr>
            <a:lvl3pPr lvl="2" algn="ctr">
              <a:buNone/>
              <a:defRPr>
                <a:solidFill>
                  <a:schemeClr val="dk2"/>
                </a:solidFill>
              </a:defRPr>
            </a:lvl3pPr>
            <a:lvl4pPr lvl="3" algn="ctr">
              <a:buNone/>
              <a:defRPr>
                <a:solidFill>
                  <a:schemeClr val="dk2"/>
                </a:solidFill>
              </a:defRPr>
            </a:lvl4pPr>
            <a:lvl5pPr lvl="4" algn="ctr">
              <a:buNone/>
              <a:defRPr>
                <a:solidFill>
                  <a:schemeClr val="dk2"/>
                </a:solidFill>
              </a:defRPr>
            </a:lvl5pPr>
            <a:lvl6pPr lvl="5" algn="ctr">
              <a:buNone/>
              <a:defRPr>
                <a:solidFill>
                  <a:schemeClr val="dk2"/>
                </a:solidFill>
              </a:defRPr>
            </a:lvl6pPr>
            <a:lvl7pPr lvl="6" algn="ctr">
              <a:buNone/>
              <a:defRPr>
                <a:solidFill>
                  <a:schemeClr val="dk2"/>
                </a:solidFill>
              </a:defRPr>
            </a:lvl7pPr>
            <a:lvl8pPr lvl="7" algn="ctr">
              <a:buNone/>
              <a:defRPr>
                <a:solidFill>
                  <a:schemeClr val="dk2"/>
                </a:solidFill>
              </a:defRPr>
            </a:lvl8pPr>
            <a:lvl9pPr lvl="8" algn="ctr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807" name="Google Shape;807;p83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808" name="Google Shape;808;p8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09" name="Google Shape;809;p83"/>
          <p:cNvSpPr txBox="1"/>
          <p:nvPr>
            <p:ph idx="1" type="subTitle"/>
          </p:nvPr>
        </p:nvSpPr>
        <p:spPr>
          <a:xfrm>
            <a:off x="903950" y="2149201"/>
            <a:ext cx="21912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810" name="Google Shape;810;p83"/>
          <p:cNvSpPr txBox="1"/>
          <p:nvPr>
            <p:ph idx="2" type="subTitle"/>
          </p:nvPr>
        </p:nvSpPr>
        <p:spPr>
          <a:xfrm>
            <a:off x="3478550" y="2149201"/>
            <a:ext cx="21825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811" name="Google Shape;811;p83"/>
          <p:cNvSpPr txBox="1"/>
          <p:nvPr>
            <p:ph idx="3" type="subTitle"/>
          </p:nvPr>
        </p:nvSpPr>
        <p:spPr>
          <a:xfrm>
            <a:off x="903950" y="3579425"/>
            <a:ext cx="21912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812" name="Google Shape;812;p83"/>
          <p:cNvSpPr txBox="1"/>
          <p:nvPr>
            <p:ph idx="4" type="subTitle"/>
          </p:nvPr>
        </p:nvSpPr>
        <p:spPr>
          <a:xfrm>
            <a:off x="3478550" y="3579425"/>
            <a:ext cx="21825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813" name="Google Shape;813;p83"/>
          <p:cNvSpPr txBox="1"/>
          <p:nvPr>
            <p:ph idx="5" type="subTitle"/>
          </p:nvPr>
        </p:nvSpPr>
        <p:spPr>
          <a:xfrm>
            <a:off x="6048850" y="2149201"/>
            <a:ext cx="21999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814" name="Google Shape;814;p83"/>
          <p:cNvSpPr txBox="1"/>
          <p:nvPr>
            <p:ph idx="6" type="subTitle"/>
          </p:nvPr>
        </p:nvSpPr>
        <p:spPr>
          <a:xfrm>
            <a:off x="6048850" y="3579425"/>
            <a:ext cx="21999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815" name="Google Shape;815;p83"/>
          <p:cNvSpPr txBox="1"/>
          <p:nvPr>
            <p:ph idx="7" type="subTitle"/>
          </p:nvPr>
        </p:nvSpPr>
        <p:spPr>
          <a:xfrm>
            <a:off x="908250" y="1656600"/>
            <a:ext cx="2182500" cy="4425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16" name="Google Shape;816;p83"/>
          <p:cNvSpPr txBox="1"/>
          <p:nvPr>
            <p:ph idx="8" type="subTitle"/>
          </p:nvPr>
        </p:nvSpPr>
        <p:spPr>
          <a:xfrm>
            <a:off x="3482836" y="1656600"/>
            <a:ext cx="2173800" cy="4425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17" name="Google Shape;817;p83"/>
          <p:cNvSpPr txBox="1"/>
          <p:nvPr>
            <p:ph idx="9" type="subTitle"/>
          </p:nvPr>
        </p:nvSpPr>
        <p:spPr>
          <a:xfrm>
            <a:off x="6053173" y="1656600"/>
            <a:ext cx="2191200" cy="4425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18" name="Google Shape;818;p83"/>
          <p:cNvSpPr txBox="1"/>
          <p:nvPr>
            <p:ph idx="13" type="subTitle"/>
          </p:nvPr>
        </p:nvSpPr>
        <p:spPr>
          <a:xfrm>
            <a:off x="908250" y="3086800"/>
            <a:ext cx="2182500" cy="4425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19" name="Google Shape;819;p83"/>
          <p:cNvSpPr txBox="1"/>
          <p:nvPr>
            <p:ph idx="14" type="subTitle"/>
          </p:nvPr>
        </p:nvSpPr>
        <p:spPr>
          <a:xfrm>
            <a:off x="3482836" y="3086800"/>
            <a:ext cx="2173800" cy="4425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20" name="Google Shape;820;p83"/>
          <p:cNvSpPr txBox="1"/>
          <p:nvPr>
            <p:ph idx="15" type="subTitle"/>
          </p:nvPr>
        </p:nvSpPr>
        <p:spPr>
          <a:xfrm>
            <a:off x="6053173" y="3086800"/>
            <a:ext cx="2191200" cy="4425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_1"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84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23" name="Google Shape;823;p84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824" name="Google Shape;824;p84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25" name="Google Shape;825;p84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826" name="Google Shape;826;p84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827" name="Google Shape;827;p84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None/>
              <a:defRPr>
                <a:solidFill>
                  <a:schemeClr val="dk2"/>
                </a:solidFill>
              </a:defRPr>
            </a:lvl1pPr>
            <a:lvl2pPr lvl="1" algn="ctr">
              <a:buNone/>
              <a:defRPr>
                <a:solidFill>
                  <a:schemeClr val="dk2"/>
                </a:solidFill>
              </a:defRPr>
            </a:lvl2pPr>
            <a:lvl3pPr lvl="2" algn="ctr">
              <a:buNone/>
              <a:defRPr>
                <a:solidFill>
                  <a:schemeClr val="dk2"/>
                </a:solidFill>
              </a:defRPr>
            </a:lvl3pPr>
            <a:lvl4pPr lvl="3" algn="ctr">
              <a:buNone/>
              <a:defRPr>
                <a:solidFill>
                  <a:schemeClr val="dk2"/>
                </a:solidFill>
              </a:defRPr>
            </a:lvl4pPr>
            <a:lvl5pPr lvl="4" algn="ctr">
              <a:buNone/>
              <a:defRPr>
                <a:solidFill>
                  <a:schemeClr val="dk2"/>
                </a:solidFill>
              </a:defRPr>
            </a:lvl5pPr>
            <a:lvl6pPr lvl="5" algn="ctr">
              <a:buNone/>
              <a:defRPr>
                <a:solidFill>
                  <a:schemeClr val="dk2"/>
                </a:solidFill>
              </a:defRPr>
            </a:lvl6pPr>
            <a:lvl7pPr lvl="6" algn="ctr">
              <a:buNone/>
              <a:defRPr>
                <a:solidFill>
                  <a:schemeClr val="dk2"/>
                </a:solidFill>
              </a:defRPr>
            </a:lvl7pPr>
            <a:lvl8pPr lvl="7" algn="ctr">
              <a:buNone/>
              <a:defRPr>
                <a:solidFill>
                  <a:schemeClr val="dk2"/>
                </a:solidFill>
              </a:defRPr>
            </a:lvl8pPr>
            <a:lvl9pPr lvl="8" algn="ctr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828" name="Google Shape;828;p84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829" name="Google Shape;829;p84"/>
          <p:cNvSpPr txBox="1"/>
          <p:nvPr>
            <p:ph hasCustomPrompt="1" type="title"/>
          </p:nvPr>
        </p:nvSpPr>
        <p:spPr>
          <a:xfrm>
            <a:off x="2223600" y="552112"/>
            <a:ext cx="4696800" cy="768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30" name="Google Shape;830;p84"/>
          <p:cNvSpPr txBox="1"/>
          <p:nvPr>
            <p:ph idx="1" type="subTitle"/>
          </p:nvPr>
        </p:nvSpPr>
        <p:spPr>
          <a:xfrm>
            <a:off x="2223600" y="1364275"/>
            <a:ext cx="4696800" cy="4287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831" name="Google Shape;831;p84"/>
          <p:cNvSpPr txBox="1"/>
          <p:nvPr>
            <p:ph hasCustomPrompt="1" idx="2" type="title"/>
          </p:nvPr>
        </p:nvSpPr>
        <p:spPr>
          <a:xfrm>
            <a:off x="2223600" y="1904368"/>
            <a:ext cx="4696800" cy="768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32" name="Google Shape;832;p84"/>
          <p:cNvSpPr txBox="1"/>
          <p:nvPr>
            <p:ph idx="3" type="subTitle"/>
          </p:nvPr>
        </p:nvSpPr>
        <p:spPr>
          <a:xfrm>
            <a:off x="2223600" y="2716527"/>
            <a:ext cx="4696800" cy="4467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833" name="Google Shape;833;p84"/>
          <p:cNvSpPr txBox="1"/>
          <p:nvPr>
            <p:ph hasCustomPrompt="1" idx="4" type="title"/>
          </p:nvPr>
        </p:nvSpPr>
        <p:spPr>
          <a:xfrm>
            <a:off x="2223600" y="3256624"/>
            <a:ext cx="4696800" cy="768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34" name="Google Shape;834;p84"/>
          <p:cNvSpPr txBox="1"/>
          <p:nvPr>
            <p:ph idx="5" type="subTitle"/>
          </p:nvPr>
        </p:nvSpPr>
        <p:spPr>
          <a:xfrm>
            <a:off x="2223600" y="4068797"/>
            <a:ext cx="4696800" cy="4467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85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7" name="Google Shape;837;p85"/>
          <p:cNvSpPr txBox="1"/>
          <p:nvPr>
            <p:ph type="title"/>
          </p:nvPr>
        </p:nvSpPr>
        <p:spPr>
          <a:xfrm>
            <a:off x="2347938" y="540000"/>
            <a:ext cx="44481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75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38" name="Google Shape;838;p85"/>
          <p:cNvSpPr txBox="1"/>
          <p:nvPr>
            <p:ph idx="1" type="subTitle"/>
          </p:nvPr>
        </p:nvSpPr>
        <p:spPr>
          <a:xfrm>
            <a:off x="2347900" y="1717825"/>
            <a:ext cx="4448100" cy="12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839" name="Google Shape;839;p85"/>
          <p:cNvSpPr txBox="1"/>
          <p:nvPr/>
        </p:nvSpPr>
        <p:spPr>
          <a:xfrm>
            <a:off x="2099100" y="3611950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CREDITS: This presentation template was created by </a:t>
            </a:r>
            <a:r>
              <a:rPr b="1" lang="en-GB" sz="1200" u="sng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b="1" lang="en-GB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,</a:t>
            </a:r>
            <a:r>
              <a:rPr lang="en-GB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and includes icons by</a:t>
            </a:r>
            <a:r>
              <a:rPr b="1" lang="en-GB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b="1" lang="en-GB" sz="1200" u="sng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1" lang="en-GB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,</a:t>
            </a:r>
            <a:r>
              <a:rPr lang="en-GB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and infographics &amp; images by </a:t>
            </a:r>
            <a:r>
              <a:rPr b="1" lang="en-GB" sz="1200" u="sng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b="1" lang="en-GB" sz="1200" u="sng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endParaRPr b="1" sz="1200" u="sng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cxnSp>
        <p:nvCxnSpPr>
          <p:cNvPr id="840" name="Google Shape;840;p85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841" name="Google Shape;841;p85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42" name="Google Shape;842;p85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843" name="Google Shape;843;p85"/>
          <p:cNvCxnSpPr/>
          <p:nvPr/>
        </p:nvCxnSpPr>
        <p:spPr>
          <a:xfrm flipH="1" rot="10800000">
            <a:off x="347659" y="4749851"/>
            <a:ext cx="8448600" cy="33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oval"/>
          </a:ln>
        </p:spPr>
      </p:cxn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7"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86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6" name="Google Shape;846;p8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847" name="Google Shape;847;p86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848" name="Google Shape;848;p86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49" name="Google Shape;849;p86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850" name="Google Shape;850;p86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851" name="Google Shape;851;p86"/>
          <p:cNvSpPr txBox="1"/>
          <p:nvPr>
            <p:ph idx="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None/>
              <a:defRPr>
                <a:solidFill>
                  <a:schemeClr val="lt1"/>
                </a:solidFill>
              </a:defRPr>
            </a:lvl1pPr>
            <a:lvl2pPr lvl="1" algn="ctr">
              <a:buNone/>
              <a:defRPr>
                <a:solidFill>
                  <a:schemeClr val="lt1"/>
                </a:solidFill>
              </a:defRPr>
            </a:lvl2pPr>
            <a:lvl3pPr lvl="2" algn="ctr">
              <a:buNone/>
              <a:defRPr>
                <a:solidFill>
                  <a:schemeClr val="lt1"/>
                </a:solidFill>
              </a:defRPr>
            </a:lvl3pPr>
            <a:lvl4pPr lvl="3" algn="ctr">
              <a:buNone/>
              <a:defRPr>
                <a:solidFill>
                  <a:schemeClr val="lt1"/>
                </a:solidFill>
              </a:defRPr>
            </a:lvl4pPr>
            <a:lvl5pPr lvl="4" algn="ctr">
              <a:buNone/>
              <a:defRPr>
                <a:solidFill>
                  <a:schemeClr val="lt1"/>
                </a:solidFill>
              </a:defRPr>
            </a:lvl5pPr>
            <a:lvl6pPr lvl="5" algn="ctr">
              <a:buNone/>
              <a:defRPr>
                <a:solidFill>
                  <a:schemeClr val="lt1"/>
                </a:solidFill>
              </a:defRPr>
            </a:lvl6pPr>
            <a:lvl7pPr lvl="6" algn="ctr">
              <a:buNone/>
              <a:defRPr>
                <a:solidFill>
                  <a:schemeClr val="lt1"/>
                </a:solidFill>
              </a:defRPr>
            </a:lvl7pPr>
            <a:lvl8pPr lvl="7" algn="ctr">
              <a:buNone/>
              <a:defRPr>
                <a:solidFill>
                  <a:schemeClr val="lt1"/>
                </a:solidFill>
              </a:defRPr>
            </a:lvl8pPr>
            <a:lvl9pPr lvl="8" algn="ctr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852" name="Google Shape;852;p86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8"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p8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55" name="Google Shape;855;p87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56" name="Google Shape;856;p87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857" name="Google Shape;857;p87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58" name="Google Shape;858;p87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859" name="Google Shape;859;p87"/>
          <p:cNvCxnSpPr/>
          <p:nvPr/>
        </p:nvCxnSpPr>
        <p:spPr>
          <a:xfrm flipH="1" rot="10800000">
            <a:off x="347659" y="4749851"/>
            <a:ext cx="8448600" cy="33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oval"/>
          </a:ln>
        </p:spPr>
      </p:cxn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1"/>
        </a:solidFill>
      </p:bgPr>
    </p:bg>
    <p:spTree>
      <p:nvGrpSpPr>
        <p:cNvPr id="864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p89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6" name="Google Shape;866;p89"/>
          <p:cNvSpPr txBox="1"/>
          <p:nvPr>
            <p:ph type="ctrTitle"/>
          </p:nvPr>
        </p:nvSpPr>
        <p:spPr>
          <a:xfrm>
            <a:off x="1609200" y="1424875"/>
            <a:ext cx="5925600" cy="20793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b="0" sz="7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67" name="Google Shape;867;p89"/>
          <p:cNvSpPr txBox="1"/>
          <p:nvPr>
            <p:ph idx="1" type="subTitle"/>
          </p:nvPr>
        </p:nvSpPr>
        <p:spPr>
          <a:xfrm>
            <a:off x="1609200" y="3573775"/>
            <a:ext cx="5942700" cy="4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lt1"/>
        </a:solidFill>
      </p:bgPr>
    </p:bg>
    <p:spTree>
      <p:nvGrpSpPr>
        <p:cNvPr id="868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p90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0" name="Google Shape;870;p90"/>
          <p:cNvSpPr txBox="1"/>
          <p:nvPr>
            <p:ph type="title"/>
          </p:nvPr>
        </p:nvSpPr>
        <p:spPr>
          <a:xfrm>
            <a:off x="3579950" y="1854500"/>
            <a:ext cx="36048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71" name="Google Shape;871;p90"/>
          <p:cNvSpPr txBox="1"/>
          <p:nvPr>
            <p:ph hasCustomPrompt="1" idx="2" type="title"/>
          </p:nvPr>
        </p:nvSpPr>
        <p:spPr>
          <a:xfrm>
            <a:off x="1959250" y="1854500"/>
            <a:ext cx="11898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872" name="Google Shape;872;p90"/>
          <p:cNvSpPr txBox="1"/>
          <p:nvPr>
            <p:ph idx="1" type="subTitle"/>
          </p:nvPr>
        </p:nvSpPr>
        <p:spPr>
          <a:xfrm>
            <a:off x="1959250" y="2939075"/>
            <a:ext cx="5225400" cy="446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873" name="Google Shape;873;p90"/>
          <p:cNvCxnSpPr/>
          <p:nvPr/>
        </p:nvCxnSpPr>
        <p:spPr>
          <a:xfrm rot="10800000">
            <a:off x="8761325" y="2079300"/>
            <a:ext cx="0" cy="9849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oval"/>
          </a:ln>
        </p:spPr>
      </p:cxnSp>
      <p:cxnSp>
        <p:nvCxnSpPr>
          <p:cNvPr id="874" name="Google Shape;874;p90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875" name="Google Shape;875;p90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76" name="Google Shape;876;p90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877" name="Google Shape;877;p90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878" name="Google Shape;878;p90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None/>
              <a:defRPr>
                <a:solidFill>
                  <a:schemeClr val="dk2"/>
                </a:solidFill>
              </a:defRPr>
            </a:lvl1pPr>
            <a:lvl2pPr lvl="1" algn="ctr">
              <a:buNone/>
              <a:defRPr>
                <a:solidFill>
                  <a:schemeClr val="dk2"/>
                </a:solidFill>
              </a:defRPr>
            </a:lvl2pPr>
            <a:lvl3pPr lvl="2" algn="ctr">
              <a:buNone/>
              <a:defRPr>
                <a:solidFill>
                  <a:schemeClr val="dk2"/>
                </a:solidFill>
              </a:defRPr>
            </a:lvl3pPr>
            <a:lvl4pPr lvl="3" algn="ctr">
              <a:buNone/>
              <a:defRPr>
                <a:solidFill>
                  <a:schemeClr val="dk2"/>
                </a:solidFill>
              </a:defRPr>
            </a:lvl4pPr>
            <a:lvl5pPr lvl="4" algn="ctr">
              <a:buNone/>
              <a:defRPr>
                <a:solidFill>
                  <a:schemeClr val="dk2"/>
                </a:solidFill>
              </a:defRPr>
            </a:lvl5pPr>
            <a:lvl6pPr lvl="5" algn="ctr">
              <a:buNone/>
              <a:defRPr>
                <a:solidFill>
                  <a:schemeClr val="dk2"/>
                </a:solidFill>
              </a:defRPr>
            </a:lvl6pPr>
            <a:lvl7pPr lvl="6" algn="ctr">
              <a:buNone/>
              <a:defRPr>
                <a:solidFill>
                  <a:schemeClr val="dk2"/>
                </a:solidFill>
              </a:defRPr>
            </a:lvl7pPr>
            <a:lvl8pPr lvl="7" algn="ctr">
              <a:buNone/>
              <a:defRPr>
                <a:solidFill>
                  <a:schemeClr val="dk2"/>
                </a:solidFill>
              </a:defRPr>
            </a:lvl8pPr>
            <a:lvl9pPr lvl="8" algn="ctr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879" name="Google Shape;879;p90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880" name="Google Shape;880;p90"/>
          <p:cNvCxnSpPr/>
          <p:nvPr/>
        </p:nvCxnSpPr>
        <p:spPr>
          <a:xfrm rot="10800000">
            <a:off x="394350" y="2079300"/>
            <a:ext cx="0" cy="9849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oval"/>
          </a:ln>
        </p:spPr>
      </p:cxn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8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p91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83" name="Google Shape;883;p91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884" name="Google Shape;884;p91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85" name="Google Shape;885;p91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886" name="Google Shape;886;p91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887" name="Google Shape;887;p91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None/>
              <a:defRPr>
                <a:solidFill>
                  <a:schemeClr val="dk2"/>
                </a:solidFill>
              </a:defRPr>
            </a:lvl1pPr>
            <a:lvl2pPr lvl="1" algn="ctr">
              <a:buNone/>
              <a:defRPr>
                <a:solidFill>
                  <a:schemeClr val="dk2"/>
                </a:solidFill>
              </a:defRPr>
            </a:lvl2pPr>
            <a:lvl3pPr lvl="2" algn="ctr">
              <a:buNone/>
              <a:defRPr>
                <a:solidFill>
                  <a:schemeClr val="dk2"/>
                </a:solidFill>
              </a:defRPr>
            </a:lvl3pPr>
            <a:lvl4pPr lvl="3" algn="ctr">
              <a:buNone/>
              <a:defRPr>
                <a:solidFill>
                  <a:schemeClr val="dk2"/>
                </a:solidFill>
              </a:defRPr>
            </a:lvl4pPr>
            <a:lvl5pPr lvl="4" algn="ctr">
              <a:buNone/>
              <a:defRPr>
                <a:solidFill>
                  <a:schemeClr val="dk2"/>
                </a:solidFill>
              </a:defRPr>
            </a:lvl5pPr>
            <a:lvl6pPr lvl="5" algn="ctr">
              <a:buNone/>
              <a:defRPr>
                <a:solidFill>
                  <a:schemeClr val="dk2"/>
                </a:solidFill>
              </a:defRPr>
            </a:lvl6pPr>
            <a:lvl7pPr lvl="6" algn="ctr">
              <a:buNone/>
              <a:defRPr>
                <a:solidFill>
                  <a:schemeClr val="dk2"/>
                </a:solidFill>
              </a:defRPr>
            </a:lvl7pPr>
            <a:lvl8pPr lvl="7" algn="ctr">
              <a:buNone/>
              <a:defRPr>
                <a:solidFill>
                  <a:schemeClr val="dk2"/>
                </a:solidFill>
              </a:defRPr>
            </a:lvl8pPr>
            <a:lvl9pPr lvl="8" algn="ctr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888" name="Google Shape;888;p91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889" name="Google Shape;889;p9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90" name="Google Shape;890;p91"/>
          <p:cNvSpPr txBox="1"/>
          <p:nvPr>
            <p:ph idx="1" type="body"/>
          </p:nvPr>
        </p:nvSpPr>
        <p:spPr>
          <a:xfrm>
            <a:off x="720000" y="1215750"/>
            <a:ext cx="7704000" cy="323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Nunito Ligh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C800"/>
              </a:buClr>
              <a:buSzPts val="1200"/>
              <a:buFont typeface="Nunito Light"/>
              <a:buChar char="■"/>
              <a:defRPr/>
            </a:lvl3pPr>
            <a:lvl4pPr indent="-3048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C800"/>
              </a:buClr>
              <a:buSzPts val="1200"/>
              <a:buFont typeface="Nunito Light"/>
              <a:buChar char="●"/>
              <a:defRPr/>
            </a:lvl4pPr>
            <a:lvl5pPr indent="-3048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○"/>
              <a:defRPr/>
            </a:lvl5pPr>
            <a:lvl6pPr indent="-3048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■"/>
              <a:defRPr/>
            </a:lvl6pPr>
            <a:lvl7pPr indent="-3048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●"/>
              <a:defRPr/>
            </a:lvl7pPr>
            <a:lvl8pPr indent="-3048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○"/>
              <a:defRPr/>
            </a:lvl8pPr>
            <a:lvl9pPr indent="-3048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2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p92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93" name="Google Shape;893;p92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894" name="Google Shape;894;p92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95" name="Google Shape;895;p92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896" name="Google Shape;896;p92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897" name="Google Shape;897;p92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None/>
              <a:defRPr>
                <a:solidFill>
                  <a:schemeClr val="dk2"/>
                </a:solidFill>
              </a:defRPr>
            </a:lvl1pPr>
            <a:lvl2pPr lvl="1" algn="ctr">
              <a:buNone/>
              <a:defRPr>
                <a:solidFill>
                  <a:schemeClr val="dk2"/>
                </a:solidFill>
              </a:defRPr>
            </a:lvl2pPr>
            <a:lvl3pPr lvl="2" algn="ctr">
              <a:buNone/>
              <a:defRPr>
                <a:solidFill>
                  <a:schemeClr val="dk2"/>
                </a:solidFill>
              </a:defRPr>
            </a:lvl3pPr>
            <a:lvl4pPr lvl="3" algn="ctr">
              <a:buNone/>
              <a:defRPr>
                <a:solidFill>
                  <a:schemeClr val="dk2"/>
                </a:solidFill>
              </a:defRPr>
            </a:lvl4pPr>
            <a:lvl5pPr lvl="4" algn="ctr">
              <a:buNone/>
              <a:defRPr>
                <a:solidFill>
                  <a:schemeClr val="dk2"/>
                </a:solidFill>
              </a:defRPr>
            </a:lvl5pPr>
            <a:lvl6pPr lvl="5" algn="ctr">
              <a:buNone/>
              <a:defRPr>
                <a:solidFill>
                  <a:schemeClr val="dk2"/>
                </a:solidFill>
              </a:defRPr>
            </a:lvl6pPr>
            <a:lvl7pPr lvl="6" algn="ctr">
              <a:buNone/>
              <a:defRPr>
                <a:solidFill>
                  <a:schemeClr val="dk2"/>
                </a:solidFill>
              </a:defRPr>
            </a:lvl7pPr>
            <a:lvl8pPr lvl="7" algn="ctr">
              <a:buNone/>
              <a:defRPr>
                <a:solidFill>
                  <a:schemeClr val="dk2"/>
                </a:solidFill>
              </a:defRPr>
            </a:lvl8pPr>
            <a:lvl9pPr lvl="8" algn="ctr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898" name="Google Shape;898;p92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899" name="Google Shape;899;p9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00" name="Google Shape;900;p92"/>
          <p:cNvSpPr txBox="1"/>
          <p:nvPr>
            <p:ph idx="1" type="subTitle"/>
          </p:nvPr>
        </p:nvSpPr>
        <p:spPr>
          <a:xfrm>
            <a:off x="4747387" y="1872353"/>
            <a:ext cx="3698100" cy="27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b="0"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9pPr>
          </a:lstStyle>
          <a:p/>
        </p:txBody>
      </p:sp>
      <p:sp>
        <p:nvSpPr>
          <p:cNvPr id="901" name="Google Shape;901;p92"/>
          <p:cNvSpPr txBox="1"/>
          <p:nvPr>
            <p:ph idx="2" type="subTitle"/>
          </p:nvPr>
        </p:nvSpPr>
        <p:spPr>
          <a:xfrm>
            <a:off x="726675" y="1872353"/>
            <a:ext cx="3698100" cy="27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b="0" sz="1400"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9pPr>
          </a:lstStyle>
          <a:p/>
        </p:txBody>
      </p:sp>
      <p:sp>
        <p:nvSpPr>
          <p:cNvPr id="902" name="Google Shape;902;p92"/>
          <p:cNvSpPr txBox="1"/>
          <p:nvPr>
            <p:ph idx="3" type="subTitle"/>
          </p:nvPr>
        </p:nvSpPr>
        <p:spPr>
          <a:xfrm>
            <a:off x="726675" y="1313225"/>
            <a:ext cx="3698100" cy="4224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3" name="Google Shape;903;p92"/>
          <p:cNvSpPr txBox="1"/>
          <p:nvPr>
            <p:ph idx="4" type="subTitle"/>
          </p:nvPr>
        </p:nvSpPr>
        <p:spPr>
          <a:xfrm>
            <a:off x="4747375" y="1313225"/>
            <a:ext cx="3698100" cy="4224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04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p93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06" name="Google Shape;906;p93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907" name="Google Shape;907;p93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08" name="Google Shape;908;p93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909" name="Google Shape;909;p93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910" name="Google Shape;910;p93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None/>
              <a:defRPr>
                <a:solidFill>
                  <a:schemeClr val="dk2"/>
                </a:solidFill>
              </a:defRPr>
            </a:lvl1pPr>
            <a:lvl2pPr lvl="1" algn="ctr">
              <a:buNone/>
              <a:defRPr>
                <a:solidFill>
                  <a:schemeClr val="dk2"/>
                </a:solidFill>
              </a:defRPr>
            </a:lvl2pPr>
            <a:lvl3pPr lvl="2" algn="ctr">
              <a:buNone/>
              <a:defRPr>
                <a:solidFill>
                  <a:schemeClr val="dk2"/>
                </a:solidFill>
              </a:defRPr>
            </a:lvl3pPr>
            <a:lvl4pPr lvl="3" algn="ctr">
              <a:buNone/>
              <a:defRPr>
                <a:solidFill>
                  <a:schemeClr val="dk2"/>
                </a:solidFill>
              </a:defRPr>
            </a:lvl4pPr>
            <a:lvl5pPr lvl="4" algn="ctr">
              <a:buNone/>
              <a:defRPr>
                <a:solidFill>
                  <a:schemeClr val="dk2"/>
                </a:solidFill>
              </a:defRPr>
            </a:lvl5pPr>
            <a:lvl6pPr lvl="5" algn="ctr">
              <a:buNone/>
              <a:defRPr>
                <a:solidFill>
                  <a:schemeClr val="dk2"/>
                </a:solidFill>
              </a:defRPr>
            </a:lvl6pPr>
            <a:lvl7pPr lvl="6" algn="ctr">
              <a:buNone/>
              <a:defRPr>
                <a:solidFill>
                  <a:schemeClr val="dk2"/>
                </a:solidFill>
              </a:defRPr>
            </a:lvl7pPr>
            <a:lvl8pPr lvl="7" algn="ctr">
              <a:buNone/>
              <a:defRPr>
                <a:solidFill>
                  <a:schemeClr val="dk2"/>
                </a:solidFill>
              </a:defRPr>
            </a:lvl8pPr>
            <a:lvl9pPr lvl="8" algn="ctr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911" name="Google Shape;911;p93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912" name="Google Shape;912;p9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13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p94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15" name="Google Shape;915;p94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916" name="Google Shape;916;p94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17" name="Google Shape;917;p94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918" name="Google Shape;918;p94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919" name="Google Shape;919;p94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None/>
              <a:defRPr>
                <a:solidFill>
                  <a:schemeClr val="dk2"/>
                </a:solidFill>
              </a:defRPr>
            </a:lvl1pPr>
            <a:lvl2pPr lvl="1" algn="ctr">
              <a:buNone/>
              <a:defRPr>
                <a:solidFill>
                  <a:schemeClr val="dk2"/>
                </a:solidFill>
              </a:defRPr>
            </a:lvl2pPr>
            <a:lvl3pPr lvl="2" algn="ctr">
              <a:buNone/>
              <a:defRPr>
                <a:solidFill>
                  <a:schemeClr val="dk2"/>
                </a:solidFill>
              </a:defRPr>
            </a:lvl3pPr>
            <a:lvl4pPr lvl="3" algn="ctr">
              <a:buNone/>
              <a:defRPr>
                <a:solidFill>
                  <a:schemeClr val="dk2"/>
                </a:solidFill>
              </a:defRPr>
            </a:lvl4pPr>
            <a:lvl5pPr lvl="4" algn="ctr">
              <a:buNone/>
              <a:defRPr>
                <a:solidFill>
                  <a:schemeClr val="dk2"/>
                </a:solidFill>
              </a:defRPr>
            </a:lvl5pPr>
            <a:lvl6pPr lvl="5" algn="ctr">
              <a:buNone/>
              <a:defRPr>
                <a:solidFill>
                  <a:schemeClr val="dk2"/>
                </a:solidFill>
              </a:defRPr>
            </a:lvl6pPr>
            <a:lvl7pPr lvl="6" algn="ctr">
              <a:buNone/>
              <a:defRPr>
                <a:solidFill>
                  <a:schemeClr val="dk2"/>
                </a:solidFill>
              </a:defRPr>
            </a:lvl7pPr>
            <a:lvl8pPr lvl="7" algn="ctr">
              <a:buNone/>
              <a:defRPr>
                <a:solidFill>
                  <a:schemeClr val="dk2"/>
                </a:solidFill>
              </a:defRPr>
            </a:lvl8pPr>
            <a:lvl9pPr lvl="8" algn="ctr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920" name="Google Shape;920;p94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921" name="Google Shape;921;p94"/>
          <p:cNvSpPr txBox="1"/>
          <p:nvPr>
            <p:ph type="title"/>
          </p:nvPr>
        </p:nvSpPr>
        <p:spPr>
          <a:xfrm>
            <a:off x="720000" y="445025"/>
            <a:ext cx="6266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22" name="Google Shape;922;p94"/>
          <p:cNvSpPr txBox="1"/>
          <p:nvPr>
            <p:ph idx="1" type="subTitle"/>
          </p:nvPr>
        </p:nvSpPr>
        <p:spPr>
          <a:xfrm>
            <a:off x="720000" y="1347250"/>
            <a:ext cx="7324500" cy="317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923" name="Shape 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" name="Google Shape;924;p95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5" name="Google Shape;925;p95"/>
          <p:cNvSpPr txBox="1"/>
          <p:nvPr>
            <p:ph type="title"/>
          </p:nvPr>
        </p:nvSpPr>
        <p:spPr>
          <a:xfrm>
            <a:off x="969825" y="2079259"/>
            <a:ext cx="7204500" cy="87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cxnSp>
        <p:nvCxnSpPr>
          <p:cNvPr id="926" name="Google Shape;926;p95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927" name="Google Shape;927;p95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28" name="Google Shape;928;p95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929" name="Google Shape;929;p95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930" name="Google Shape;930;p95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None/>
              <a:defRPr>
                <a:solidFill>
                  <a:schemeClr val="dk2"/>
                </a:solidFill>
              </a:defRPr>
            </a:lvl1pPr>
            <a:lvl2pPr lvl="1" algn="ctr">
              <a:buNone/>
              <a:defRPr>
                <a:solidFill>
                  <a:schemeClr val="dk2"/>
                </a:solidFill>
              </a:defRPr>
            </a:lvl2pPr>
            <a:lvl3pPr lvl="2" algn="ctr">
              <a:buNone/>
              <a:defRPr>
                <a:solidFill>
                  <a:schemeClr val="dk2"/>
                </a:solidFill>
              </a:defRPr>
            </a:lvl3pPr>
            <a:lvl4pPr lvl="3" algn="ctr">
              <a:buNone/>
              <a:defRPr>
                <a:solidFill>
                  <a:schemeClr val="dk2"/>
                </a:solidFill>
              </a:defRPr>
            </a:lvl4pPr>
            <a:lvl5pPr lvl="4" algn="ctr">
              <a:buNone/>
              <a:defRPr>
                <a:solidFill>
                  <a:schemeClr val="dk2"/>
                </a:solidFill>
              </a:defRPr>
            </a:lvl5pPr>
            <a:lvl6pPr lvl="5" algn="ctr">
              <a:buNone/>
              <a:defRPr>
                <a:solidFill>
                  <a:schemeClr val="dk2"/>
                </a:solidFill>
              </a:defRPr>
            </a:lvl6pPr>
            <a:lvl7pPr lvl="6" algn="ctr">
              <a:buNone/>
              <a:defRPr>
                <a:solidFill>
                  <a:schemeClr val="dk2"/>
                </a:solidFill>
              </a:defRPr>
            </a:lvl7pPr>
            <a:lvl8pPr lvl="7" algn="ctr">
              <a:buNone/>
              <a:defRPr>
                <a:solidFill>
                  <a:schemeClr val="dk2"/>
                </a:solidFill>
              </a:defRPr>
            </a:lvl8pPr>
            <a:lvl9pPr lvl="8" algn="ctr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931" name="Google Shape;931;p95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32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p96"/>
          <p:cNvSpPr txBox="1"/>
          <p:nvPr>
            <p:ph type="title"/>
          </p:nvPr>
        </p:nvSpPr>
        <p:spPr>
          <a:xfrm>
            <a:off x="720000" y="1413525"/>
            <a:ext cx="4294800" cy="209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34" name="Google Shape;934;p96"/>
          <p:cNvSpPr txBox="1"/>
          <p:nvPr>
            <p:ph idx="1" type="subTitle"/>
          </p:nvPr>
        </p:nvSpPr>
        <p:spPr>
          <a:xfrm>
            <a:off x="720000" y="3508800"/>
            <a:ext cx="4294800" cy="100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935" name="Google Shape;935;p9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p97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938" name="Google Shape;938;p97"/>
          <p:cNvSpPr txBox="1"/>
          <p:nvPr>
            <p:ph type="title"/>
          </p:nvPr>
        </p:nvSpPr>
        <p:spPr>
          <a:xfrm>
            <a:off x="713225" y="4162975"/>
            <a:ext cx="7917300" cy="541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39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p98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41" name="Google Shape;941;p98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942" name="Google Shape;942;p98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43" name="Google Shape;943;p98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944" name="Google Shape;944;p98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945" name="Google Shape;945;p98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None/>
              <a:defRPr>
                <a:solidFill>
                  <a:schemeClr val="dk2"/>
                </a:solidFill>
              </a:defRPr>
            </a:lvl1pPr>
            <a:lvl2pPr lvl="1" algn="ctr">
              <a:buNone/>
              <a:defRPr>
                <a:solidFill>
                  <a:schemeClr val="dk2"/>
                </a:solidFill>
              </a:defRPr>
            </a:lvl2pPr>
            <a:lvl3pPr lvl="2" algn="ctr">
              <a:buNone/>
              <a:defRPr>
                <a:solidFill>
                  <a:schemeClr val="dk2"/>
                </a:solidFill>
              </a:defRPr>
            </a:lvl3pPr>
            <a:lvl4pPr lvl="3" algn="ctr">
              <a:buNone/>
              <a:defRPr>
                <a:solidFill>
                  <a:schemeClr val="dk2"/>
                </a:solidFill>
              </a:defRPr>
            </a:lvl4pPr>
            <a:lvl5pPr lvl="4" algn="ctr">
              <a:buNone/>
              <a:defRPr>
                <a:solidFill>
                  <a:schemeClr val="dk2"/>
                </a:solidFill>
              </a:defRPr>
            </a:lvl5pPr>
            <a:lvl6pPr lvl="5" algn="ctr">
              <a:buNone/>
              <a:defRPr>
                <a:solidFill>
                  <a:schemeClr val="dk2"/>
                </a:solidFill>
              </a:defRPr>
            </a:lvl6pPr>
            <a:lvl7pPr lvl="6" algn="ctr">
              <a:buNone/>
              <a:defRPr>
                <a:solidFill>
                  <a:schemeClr val="dk2"/>
                </a:solidFill>
              </a:defRPr>
            </a:lvl7pPr>
            <a:lvl8pPr lvl="7" algn="ctr">
              <a:buNone/>
              <a:defRPr>
                <a:solidFill>
                  <a:schemeClr val="dk2"/>
                </a:solidFill>
              </a:defRPr>
            </a:lvl8pPr>
            <a:lvl9pPr lvl="8" algn="ctr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946" name="Google Shape;946;p98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947" name="Google Shape;947;p98"/>
          <p:cNvSpPr txBox="1"/>
          <p:nvPr>
            <p:ph hasCustomPrompt="1" type="title"/>
          </p:nvPr>
        </p:nvSpPr>
        <p:spPr>
          <a:xfrm>
            <a:off x="1284000" y="1429725"/>
            <a:ext cx="6576000" cy="140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948" name="Google Shape;948;p98"/>
          <p:cNvSpPr txBox="1"/>
          <p:nvPr>
            <p:ph idx="1" type="subTitle"/>
          </p:nvPr>
        </p:nvSpPr>
        <p:spPr>
          <a:xfrm>
            <a:off x="1284000" y="2985500"/>
            <a:ext cx="6576000" cy="4971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2"/>
        </a:solidFill>
      </p:bgPr>
    </p:bg>
    <p:spTree>
      <p:nvGrpSpPr>
        <p:cNvPr id="949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950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p100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2" name="Google Shape;952;p10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53" name="Google Shape;953;p100"/>
          <p:cNvSpPr txBox="1"/>
          <p:nvPr>
            <p:ph idx="1" type="subTitle"/>
          </p:nvPr>
        </p:nvSpPr>
        <p:spPr>
          <a:xfrm>
            <a:off x="713225" y="2018125"/>
            <a:ext cx="2426100" cy="538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954" name="Google Shape;954;p100"/>
          <p:cNvSpPr txBox="1"/>
          <p:nvPr>
            <p:ph idx="2" type="subTitle"/>
          </p:nvPr>
        </p:nvSpPr>
        <p:spPr>
          <a:xfrm>
            <a:off x="713225" y="3870728"/>
            <a:ext cx="2426100" cy="538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955" name="Google Shape;955;p100"/>
          <p:cNvSpPr txBox="1"/>
          <p:nvPr>
            <p:ph idx="3" type="subTitle"/>
          </p:nvPr>
        </p:nvSpPr>
        <p:spPr>
          <a:xfrm>
            <a:off x="3359125" y="3870725"/>
            <a:ext cx="2426100" cy="538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956" name="Google Shape;956;p100"/>
          <p:cNvSpPr txBox="1"/>
          <p:nvPr>
            <p:ph idx="4" type="subTitle"/>
          </p:nvPr>
        </p:nvSpPr>
        <p:spPr>
          <a:xfrm>
            <a:off x="3359125" y="2018025"/>
            <a:ext cx="2426100" cy="538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957" name="Google Shape;957;p100"/>
          <p:cNvSpPr txBox="1"/>
          <p:nvPr>
            <p:ph hasCustomPrompt="1" idx="5" type="title"/>
          </p:nvPr>
        </p:nvSpPr>
        <p:spPr>
          <a:xfrm>
            <a:off x="713225" y="1141288"/>
            <a:ext cx="656100" cy="4380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58" name="Google Shape;958;p100"/>
          <p:cNvSpPr txBox="1"/>
          <p:nvPr>
            <p:ph hasCustomPrompt="1" idx="6" type="title"/>
          </p:nvPr>
        </p:nvSpPr>
        <p:spPr>
          <a:xfrm>
            <a:off x="3359125" y="2994063"/>
            <a:ext cx="656100" cy="438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59" name="Google Shape;959;p100"/>
          <p:cNvSpPr txBox="1"/>
          <p:nvPr>
            <p:ph hasCustomPrompt="1" idx="7" type="title"/>
          </p:nvPr>
        </p:nvSpPr>
        <p:spPr>
          <a:xfrm>
            <a:off x="713225" y="2994063"/>
            <a:ext cx="656100" cy="438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60" name="Google Shape;960;p100"/>
          <p:cNvSpPr txBox="1"/>
          <p:nvPr>
            <p:ph hasCustomPrompt="1" idx="8" type="title"/>
          </p:nvPr>
        </p:nvSpPr>
        <p:spPr>
          <a:xfrm>
            <a:off x="3359125" y="1142055"/>
            <a:ext cx="656100" cy="4380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61" name="Google Shape;961;p100"/>
          <p:cNvSpPr txBox="1"/>
          <p:nvPr>
            <p:ph idx="9" type="subTitle"/>
          </p:nvPr>
        </p:nvSpPr>
        <p:spPr>
          <a:xfrm>
            <a:off x="5997638" y="3870725"/>
            <a:ext cx="2426100" cy="538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962" name="Google Shape;962;p100"/>
          <p:cNvSpPr txBox="1"/>
          <p:nvPr>
            <p:ph idx="13" type="subTitle"/>
          </p:nvPr>
        </p:nvSpPr>
        <p:spPr>
          <a:xfrm>
            <a:off x="5997638" y="2018025"/>
            <a:ext cx="2426100" cy="538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963" name="Google Shape;963;p100"/>
          <p:cNvSpPr txBox="1"/>
          <p:nvPr>
            <p:ph hasCustomPrompt="1" idx="14" type="title"/>
          </p:nvPr>
        </p:nvSpPr>
        <p:spPr>
          <a:xfrm>
            <a:off x="5997638" y="2994063"/>
            <a:ext cx="656100" cy="438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64" name="Google Shape;964;p100"/>
          <p:cNvSpPr txBox="1"/>
          <p:nvPr>
            <p:ph hasCustomPrompt="1" idx="15" type="title"/>
          </p:nvPr>
        </p:nvSpPr>
        <p:spPr>
          <a:xfrm>
            <a:off x="5997638" y="1142055"/>
            <a:ext cx="656100" cy="4380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65" name="Google Shape;965;p100"/>
          <p:cNvSpPr txBox="1"/>
          <p:nvPr>
            <p:ph idx="16" type="subTitle"/>
          </p:nvPr>
        </p:nvSpPr>
        <p:spPr>
          <a:xfrm>
            <a:off x="713225" y="1594575"/>
            <a:ext cx="2423100" cy="4389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latin typeface="Quicksand"/>
                <a:ea typeface="Quicksand"/>
                <a:cs typeface="Quicksand"/>
                <a:sym typeface="Quicksa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966" name="Google Shape;966;p100"/>
          <p:cNvSpPr txBox="1"/>
          <p:nvPr>
            <p:ph idx="17" type="subTitle"/>
          </p:nvPr>
        </p:nvSpPr>
        <p:spPr>
          <a:xfrm>
            <a:off x="713225" y="3447136"/>
            <a:ext cx="2423100" cy="4284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latin typeface="Quicksand"/>
                <a:ea typeface="Quicksand"/>
                <a:cs typeface="Quicksand"/>
                <a:sym typeface="Quicksa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967" name="Google Shape;967;p100"/>
          <p:cNvSpPr txBox="1"/>
          <p:nvPr>
            <p:ph idx="18" type="subTitle"/>
          </p:nvPr>
        </p:nvSpPr>
        <p:spPr>
          <a:xfrm>
            <a:off x="3359125" y="3447125"/>
            <a:ext cx="2423100" cy="4284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latin typeface="Quicksand"/>
                <a:ea typeface="Quicksand"/>
                <a:cs typeface="Quicksand"/>
                <a:sym typeface="Quicksa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968" name="Google Shape;968;p100"/>
          <p:cNvSpPr txBox="1"/>
          <p:nvPr>
            <p:ph idx="19" type="subTitle"/>
          </p:nvPr>
        </p:nvSpPr>
        <p:spPr>
          <a:xfrm>
            <a:off x="3359125" y="1594575"/>
            <a:ext cx="2423100" cy="4389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latin typeface="Quicksand"/>
                <a:ea typeface="Quicksand"/>
                <a:cs typeface="Quicksand"/>
                <a:sym typeface="Quicksa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969" name="Google Shape;969;p100"/>
          <p:cNvSpPr txBox="1"/>
          <p:nvPr>
            <p:ph idx="20" type="subTitle"/>
          </p:nvPr>
        </p:nvSpPr>
        <p:spPr>
          <a:xfrm>
            <a:off x="5997638" y="3447125"/>
            <a:ext cx="2423100" cy="4284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latin typeface="Quicksand"/>
                <a:ea typeface="Quicksand"/>
                <a:cs typeface="Quicksand"/>
                <a:sym typeface="Quicksa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970" name="Google Shape;970;p100"/>
          <p:cNvSpPr txBox="1"/>
          <p:nvPr>
            <p:ph idx="21" type="subTitle"/>
          </p:nvPr>
        </p:nvSpPr>
        <p:spPr>
          <a:xfrm>
            <a:off x="5997638" y="1594575"/>
            <a:ext cx="2423100" cy="4389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latin typeface="Quicksand"/>
                <a:ea typeface="Quicksand"/>
                <a:cs typeface="Quicksand"/>
                <a:sym typeface="Quicksa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cxnSp>
        <p:nvCxnSpPr>
          <p:cNvPr id="971" name="Google Shape;971;p100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972" name="Google Shape;972;p100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73" name="Google Shape;973;p100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974" name="Google Shape;974;p100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975" name="Google Shape;975;p100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None/>
              <a:defRPr>
                <a:solidFill>
                  <a:schemeClr val="dk2"/>
                </a:solidFill>
              </a:defRPr>
            </a:lvl1pPr>
            <a:lvl2pPr lvl="1" algn="ctr">
              <a:buNone/>
              <a:defRPr>
                <a:solidFill>
                  <a:schemeClr val="dk2"/>
                </a:solidFill>
              </a:defRPr>
            </a:lvl2pPr>
            <a:lvl3pPr lvl="2" algn="ctr">
              <a:buNone/>
              <a:defRPr>
                <a:solidFill>
                  <a:schemeClr val="dk2"/>
                </a:solidFill>
              </a:defRPr>
            </a:lvl3pPr>
            <a:lvl4pPr lvl="3" algn="ctr">
              <a:buNone/>
              <a:defRPr>
                <a:solidFill>
                  <a:schemeClr val="dk2"/>
                </a:solidFill>
              </a:defRPr>
            </a:lvl4pPr>
            <a:lvl5pPr lvl="4" algn="ctr">
              <a:buNone/>
              <a:defRPr>
                <a:solidFill>
                  <a:schemeClr val="dk2"/>
                </a:solidFill>
              </a:defRPr>
            </a:lvl5pPr>
            <a:lvl6pPr lvl="5" algn="ctr">
              <a:buNone/>
              <a:defRPr>
                <a:solidFill>
                  <a:schemeClr val="dk2"/>
                </a:solidFill>
              </a:defRPr>
            </a:lvl6pPr>
            <a:lvl7pPr lvl="6" algn="ctr">
              <a:buNone/>
              <a:defRPr>
                <a:solidFill>
                  <a:schemeClr val="dk2"/>
                </a:solidFill>
              </a:defRPr>
            </a:lvl7pPr>
            <a:lvl8pPr lvl="7" algn="ctr">
              <a:buNone/>
              <a:defRPr>
                <a:solidFill>
                  <a:schemeClr val="dk2"/>
                </a:solidFill>
              </a:defRPr>
            </a:lvl8pPr>
            <a:lvl9pPr lvl="8" algn="ctr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976" name="Google Shape;976;p100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977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p101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79" name="Google Shape;979;p101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980" name="Google Shape;980;p101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81" name="Google Shape;981;p101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982" name="Google Shape;982;p101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983" name="Google Shape;983;p101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None/>
              <a:defRPr>
                <a:solidFill>
                  <a:schemeClr val="dk2"/>
                </a:solidFill>
              </a:defRPr>
            </a:lvl1pPr>
            <a:lvl2pPr lvl="1" algn="ctr">
              <a:buNone/>
              <a:defRPr>
                <a:solidFill>
                  <a:schemeClr val="dk2"/>
                </a:solidFill>
              </a:defRPr>
            </a:lvl2pPr>
            <a:lvl3pPr lvl="2" algn="ctr">
              <a:buNone/>
              <a:defRPr>
                <a:solidFill>
                  <a:schemeClr val="dk2"/>
                </a:solidFill>
              </a:defRPr>
            </a:lvl3pPr>
            <a:lvl4pPr lvl="3" algn="ctr">
              <a:buNone/>
              <a:defRPr>
                <a:solidFill>
                  <a:schemeClr val="dk2"/>
                </a:solidFill>
              </a:defRPr>
            </a:lvl4pPr>
            <a:lvl5pPr lvl="4" algn="ctr">
              <a:buNone/>
              <a:defRPr>
                <a:solidFill>
                  <a:schemeClr val="dk2"/>
                </a:solidFill>
              </a:defRPr>
            </a:lvl5pPr>
            <a:lvl6pPr lvl="5" algn="ctr">
              <a:buNone/>
              <a:defRPr>
                <a:solidFill>
                  <a:schemeClr val="dk2"/>
                </a:solidFill>
              </a:defRPr>
            </a:lvl6pPr>
            <a:lvl7pPr lvl="6" algn="ctr">
              <a:buNone/>
              <a:defRPr>
                <a:solidFill>
                  <a:schemeClr val="dk2"/>
                </a:solidFill>
              </a:defRPr>
            </a:lvl7pPr>
            <a:lvl8pPr lvl="7" algn="ctr">
              <a:buNone/>
              <a:defRPr>
                <a:solidFill>
                  <a:schemeClr val="dk2"/>
                </a:solidFill>
              </a:defRPr>
            </a:lvl8pPr>
            <a:lvl9pPr lvl="8" algn="ctr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984" name="Google Shape;984;p101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985" name="Google Shape;985;p101"/>
          <p:cNvSpPr txBox="1"/>
          <p:nvPr>
            <p:ph type="title"/>
          </p:nvPr>
        </p:nvSpPr>
        <p:spPr>
          <a:xfrm>
            <a:off x="969900" y="3387600"/>
            <a:ext cx="7204200" cy="5319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986" name="Google Shape;986;p101"/>
          <p:cNvSpPr txBox="1"/>
          <p:nvPr>
            <p:ph idx="1" type="subTitle"/>
          </p:nvPr>
        </p:nvSpPr>
        <p:spPr>
          <a:xfrm>
            <a:off x="969900" y="1312625"/>
            <a:ext cx="7204200" cy="147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9">
    <p:spTree>
      <p:nvGrpSpPr>
        <p:cNvPr id="987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988;p102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89" name="Google Shape;989;p102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990" name="Google Shape;990;p102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91" name="Google Shape;991;p102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992" name="Google Shape;992;p102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993" name="Google Shape;993;p102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None/>
              <a:defRPr>
                <a:solidFill>
                  <a:schemeClr val="dk2"/>
                </a:solidFill>
              </a:defRPr>
            </a:lvl1pPr>
            <a:lvl2pPr lvl="1" algn="ctr">
              <a:buNone/>
              <a:defRPr>
                <a:solidFill>
                  <a:schemeClr val="dk2"/>
                </a:solidFill>
              </a:defRPr>
            </a:lvl2pPr>
            <a:lvl3pPr lvl="2" algn="ctr">
              <a:buNone/>
              <a:defRPr>
                <a:solidFill>
                  <a:schemeClr val="dk2"/>
                </a:solidFill>
              </a:defRPr>
            </a:lvl3pPr>
            <a:lvl4pPr lvl="3" algn="ctr">
              <a:buNone/>
              <a:defRPr>
                <a:solidFill>
                  <a:schemeClr val="dk2"/>
                </a:solidFill>
              </a:defRPr>
            </a:lvl4pPr>
            <a:lvl5pPr lvl="4" algn="ctr">
              <a:buNone/>
              <a:defRPr>
                <a:solidFill>
                  <a:schemeClr val="dk2"/>
                </a:solidFill>
              </a:defRPr>
            </a:lvl5pPr>
            <a:lvl6pPr lvl="5" algn="ctr">
              <a:buNone/>
              <a:defRPr>
                <a:solidFill>
                  <a:schemeClr val="dk2"/>
                </a:solidFill>
              </a:defRPr>
            </a:lvl6pPr>
            <a:lvl7pPr lvl="6" algn="ctr">
              <a:buNone/>
              <a:defRPr>
                <a:solidFill>
                  <a:schemeClr val="dk2"/>
                </a:solidFill>
              </a:defRPr>
            </a:lvl7pPr>
            <a:lvl8pPr lvl="7" algn="ctr">
              <a:buNone/>
              <a:defRPr>
                <a:solidFill>
                  <a:schemeClr val="dk2"/>
                </a:solidFill>
              </a:defRPr>
            </a:lvl8pPr>
            <a:lvl9pPr lvl="8" algn="ctr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994" name="Google Shape;994;p102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995" name="Google Shape;995;p102"/>
          <p:cNvSpPr txBox="1"/>
          <p:nvPr>
            <p:ph type="title"/>
          </p:nvPr>
        </p:nvSpPr>
        <p:spPr>
          <a:xfrm>
            <a:off x="720000" y="1148563"/>
            <a:ext cx="3944700" cy="160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96" name="Google Shape;996;p102"/>
          <p:cNvSpPr txBox="1"/>
          <p:nvPr>
            <p:ph idx="1" type="subTitle"/>
          </p:nvPr>
        </p:nvSpPr>
        <p:spPr>
          <a:xfrm>
            <a:off x="720000" y="2878638"/>
            <a:ext cx="3944700" cy="111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997" name="Google Shape;997;p102"/>
          <p:cNvSpPr/>
          <p:nvPr>
            <p:ph idx="2" type="pic"/>
          </p:nvPr>
        </p:nvSpPr>
        <p:spPr>
          <a:xfrm>
            <a:off x="5149825" y="691038"/>
            <a:ext cx="3070800" cy="37614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">
    <p:spTree>
      <p:nvGrpSpPr>
        <p:cNvPr id="998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Google Shape;999;p103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00" name="Google Shape;1000;p103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001" name="Google Shape;1001;p103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02" name="Google Shape;1002;p103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003" name="Google Shape;1003;p103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004" name="Google Shape;1004;p103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None/>
              <a:defRPr>
                <a:solidFill>
                  <a:schemeClr val="dk2"/>
                </a:solidFill>
              </a:defRPr>
            </a:lvl1pPr>
            <a:lvl2pPr lvl="1" algn="ctr">
              <a:buNone/>
              <a:defRPr>
                <a:solidFill>
                  <a:schemeClr val="dk2"/>
                </a:solidFill>
              </a:defRPr>
            </a:lvl2pPr>
            <a:lvl3pPr lvl="2" algn="ctr">
              <a:buNone/>
              <a:defRPr>
                <a:solidFill>
                  <a:schemeClr val="dk2"/>
                </a:solidFill>
              </a:defRPr>
            </a:lvl3pPr>
            <a:lvl4pPr lvl="3" algn="ctr">
              <a:buNone/>
              <a:defRPr>
                <a:solidFill>
                  <a:schemeClr val="dk2"/>
                </a:solidFill>
              </a:defRPr>
            </a:lvl4pPr>
            <a:lvl5pPr lvl="4" algn="ctr">
              <a:buNone/>
              <a:defRPr>
                <a:solidFill>
                  <a:schemeClr val="dk2"/>
                </a:solidFill>
              </a:defRPr>
            </a:lvl5pPr>
            <a:lvl6pPr lvl="5" algn="ctr">
              <a:buNone/>
              <a:defRPr>
                <a:solidFill>
                  <a:schemeClr val="dk2"/>
                </a:solidFill>
              </a:defRPr>
            </a:lvl6pPr>
            <a:lvl7pPr lvl="6" algn="ctr">
              <a:buNone/>
              <a:defRPr>
                <a:solidFill>
                  <a:schemeClr val="dk2"/>
                </a:solidFill>
              </a:defRPr>
            </a:lvl7pPr>
            <a:lvl8pPr lvl="7" algn="ctr">
              <a:buNone/>
              <a:defRPr>
                <a:solidFill>
                  <a:schemeClr val="dk2"/>
                </a:solidFill>
              </a:defRPr>
            </a:lvl8pPr>
            <a:lvl9pPr lvl="8" algn="ctr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005" name="Google Shape;1005;p103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1006" name="Google Shape;1006;p103"/>
          <p:cNvSpPr txBox="1"/>
          <p:nvPr>
            <p:ph type="title"/>
          </p:nvPr>
        </p:nvSpPr>
        <p:spPr>
          <a:xfrm>
            <a:off x="720000" y="1568400"/>
            <a:ext cx="2891400" cy="70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07" name="Google Shape;1007;p103"/>
          <p:cNvSpPr txBox="1"/>
          <p:nvPr>
            <p:ph idx="1" type="subTitle"/>
          </p:nvPr>
        </p:nvSpPr>
        <p:spPr>
          <a:xfrm>
            <a:off x="720000" y="2268888"/>
            <a:ext cx="2891400" cy="13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1008" name="Shape 1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Google Shape;1009;p104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10" name="Google Shape;1010;p104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011" name="Google Shape;1011;p104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12" name="Google Shape;1012;p104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013" name="Google Shape;1013;p104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014" name="Google Shape;1014;p104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None/>
              <a:defRPr>
                <a:solidFill>
                  <a:schemeClr val="dk2"/>
                </a:solidFill>
              </a:defRPr>
            </a:lvl1pPr>
            <a:lvl2pPr lvl="1" algn="ctr">
              <a:buNone/>
              <a:defRPr>
                <a:solidFill>
                  <a:schemeClr val="dk2"/>
                </a:solidFill>
              </a:defRPr>
            </a:lvl2pPr>
            <a:lvl3pPr lvl="2" algn="ctr">
              <a:buNone/>
              <a:defRPr>
                <a:solidFill>
                  <a:schemeClr val="dk2"/>
                </a:solidFill>
              </a:defRPr>
            </a:lvl3pPr>
            <a:lvl4pPr lvl="3" algn="ctr">
              <a:buNone/>
              <a:defRPr>
                <a:solidFill>
                  <a:schemeClr val="dk2"/>
                </a:solidFill>
              </a:defRPr>
            </a:lvl4pPr>
            <a:lvl5pPr lvl="4" algn="ctr">
              <a:buNone/>
              <a:defRPr>
                <a:solidFill>
                  <a:schemeClr val="dk2"/>
                </a:solidFill>
              </a:defRPr>
            </a:lvl5pPr>
            <a:lvl6pPr lvl="5" algn="ctr">
              <a:buNone/>
              <a:defRPr>
                <a:solidFill>
                  <a:schemeClr val="dk2"/>
                </a:solidFill>
              </a:defRPr>
            </a:lvl6pPr>
            <a:lvl7pPr lvl="6" algn="ctr">
              <a:buNone/>
              <a:defRPr>
                <a:solidFill>
                  <a:schemeClr val="dk2"/>
                </a:solidFill>
              </a:defRPr>
            </a:lvl7pPr>
            <a:lvl8pPr lvl="7" algn="ctr">
              <a:buNone/>
              <a:defRPr>
                <a:solidFill>
                  <a:schemeClr val="dk2"/>
                </a:solidFill>
              </a:defRPr>
            </a:lvl8pPr>
            <a:lvl9pPr lvl="8" algn="ctr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015" name="Google Shape;1015;p104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1016" name="Google Shape;1016;p10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17" name="Google Shape;1017;p104"/>
          <p:cNvSpPr txBox="1"/>
          <p:nvPr>
            <p:ph idx="1" type="subTitle"/>
          </p:nvPr>
        </p:nvSpPr>
        <p:spPr>
          <a:xfrm>
            <a:off x="937625" y="3071250"/>
            <a:ext cx="2175300" cy="86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018" name="Google Shape;1018;p104"/>
          <p:cNvSpPr txBox="1"/>
          <p:nvPr>
            <p:ph idx="2" type="subTitle"/>
          </p:nvPr>
        </p:nvSpPr>
        <p:spPr>
          <a:xfrm>
            <a:off x="3484346" y="3071250"/>
            <a:ext cx="2175300" cy="86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019" name="Google Shape;1019;p104"/>
          <p:cNvSpPr txBox="1"/>
          <p:nvPr>
            <p:ph idx="3" type="subTitle"/>
          </p:nvPr>
        </p:nvSpPr>
        <p:spPr>
          <a:xfrm>
            <a:off x="6031074" y="3071250"/>
            <a:ext cx="2175300" cy="86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020" name="Google Shape;1020;p104"/>
          <p:cNvSpPr txBox="1"/>
          <p:nvPr>
            <p:ph idx="4" type="subTitle"/>
          </p:nvPr>
        </p:nvSpPr>
        <p:spPr>
          <a:xfrm>
            <a:off x="937625" y="2690250"/>
            <a:ext cx="2175300" cy="3657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021" name="Google Shape;1021;p104"/>
          <p:cNvSpPr txBox="1"/>
          <p:nvPr>
            <p:ph idx="5" type="subTitle"/>
          </p:nvPr>
        </p:nvSpPr>
        <p:spPr>
          <a:xfrm>
            <a:off x="3484347" y="2690250"/>
            <a:ext cx="2175300" cy="3657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022" name="Google Shape;1022;p104"/>
          <p:cNvSpPr txBox="1"/>
          <p:nvPr>
            <p:ph idx="6" type="subTitle"/>
          </p:nvPr>
        </p:nvSpPr>
        <p:spPr>
          <a:xfrm>
            <a:off x="6031075" y="2690250"/>
            <a:ext cx="2175300" cy="3657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6_1">
    <p:spTree>
      <p:nvGrpSpPr>
        <p:cNvPr id="1023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Google Shape;1024;p105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25" name="Google Shape;1025;p105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026" name="Google Shape;1026;p105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27" name="Google Shape;1027;p105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028" name="Google Shape;1028;p105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029" name="Google Shape;1029;p105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None/>
              <a:defRPr>
                <a:solidFill>
                  <a:schemeClr val="dk2"/>
                </a:solidFill>
              </a:defRPr>
            </a:lvl1pPr>
            <a:lvl2pPr lvl="1" algn="ctr">
              <a:buNone/>
              <a:defRPr>
                <a:solidFill>
                  <a:schemeClr val="dk2"/>
                </a:solidFill>
              </a:defRPr>
            </a:lvl2pPr>
            <a:lvl3pPr lvl="2" algn="ctr">
              <a:buNone/>
              <a:defRPr>
                <a:solidFill>
                  <a:schemeClr val="dk2"/>
                </a:solidFill>
              </a:defRPr>
            </a:lvl3pPr>
            <a:lvl4pPr lvl="3" algn="ctr">
              <a:buNone/>
              <a:defRPr>
                <a:solidFill>
                  <a:schemeClr val="dk2"/>
                </a:solidFill>
              </a:defRPr>
            </a:lvl4pPr>
            <a:lvl5pPr lvl="4" algn="ctr">
              <a:buNone/>
              <a:defRPr>
                <a:solidFill>
                  <a:schemeClr val="dk2"/>
                </a:solidFill>
              </a:defRPr>
            </a:lvl5pPr>
            <a:lvl6pPr lvl="5" algn="ctr">
              <a:buNone/>
              <a:defRPr>
                <a:solidFill>
                  <a:schemeClr val="dk2"/>
                </a:solidFill>
              </a:defRPr>
            </a:lvl6pPr>
            <a:lvl7pPr lvl="6" algn="ctr">
              <a:buNone/>
              <a:defRPr>
                <a:solidFill>
                  <a:schemeClr val="dk2"/>
                </a:solidFill>
              </a:defRPr>
            </a:lvl7pPr>
            <a:lvl8pPr lvl="7" algn="ctr">
              <a:buNone/>
              <a:defRPr>
                <a:solidFill>
                  <a:schemeClr val="dk2"/>
                </a:solidFill>
              </a:defRPr>
            </a:lvl8pPr>
            <a:lvl9pPr lvl="8" algn="ctr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030" name="Google Shape;1030;p105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1031" name="Google Shape;1031;p10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32" name="Google Shape;1032;p105"/>
          <p:cNvSpPr txBox="1"/>
          <p:nvPr>
            <p:ph idx="1" type="subTitle"/>
          </p:nvPr>
        </p:nvSpPr>
        <p:spPr>
          <a:xfrm>
            <a:off x="720025" y="1610942"/>
            <a:ext cx="7704000" cy="53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033" name="Google Shape;1033;p105"/>
          <p:cNvSpPr txBox="1"/>
          <p:nvPr>
            <p:ph idx="2" type="subTitle"/>
          </p:nvPr>
        </p:nvSpPr>
        <p:spPr>
          <a:xfrm>
            <a:off x="720025" y="2731125"/>
            <a:ext cx="77040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034" name="Google Shape;1034;p105"/>
          <p:cNvSpPr txBox="1"/>
          <p:nvPr>
            <p:ph idx="3" type="subTitle"/>
          </p:nvPr>
        </p:nvSpPr>
        <p:spPr>
          <a:xfrm>
            <a:off x="720025" y="3851625"/>
            <a:ext cx="77040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035" name="Google Shape;1035;p105"/>
          <p:cNvSpPr txBox="1"/>
          <p:nvPr>
            <p:ph idx="4" type="subTitle"/>
          </p:nvPr>
        </p:nvSpPr>
        <p:spPr>
          <a:xfrm>
            <a:off x="720025" y="1241274"/>
            <a:ext cx="7704000" cy="3936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036" name="Google Shape;1036;p105"/>
          <p:cNvSpPr txBox="1"/>
          <p:nvPr>
            <p:ph idx="5" type="subTitle"/>
          </p:nvPr>
        </p:nvSpPr>
        <p:spPr>
          <a:xfrm>
            <a:off x="720025" y="2350125"/>
            <a:ext cx="7704000" cy="3936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037" name="Google Shape;1037;p105"/>
          <p:cNvSpPr txBox="1"/>
          <p:nvPr>
            <p:ph idx="6" type="subTitle"/>
          </p:nvPr>
        </p:nvSpPr>
        <p:spPr>
          <a:xfrm>
            <a:off x="720025" y="3470625"/>
            <a:ext cx="7704000" cy="3936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2">
  <p:cSld name="CUSTOM_6_1_1">
    <p:spTree>
      <p:nvGrpSpPr>
        <p:cNvPr id="1038" name="Shape 1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Google Shape;1039;p106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40" name="Google Shape;1040;p106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041" name="Google Shape;1041;p106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42" name="Google Shape;1042;p106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043" name="Google Shape;1043;p106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044" name="Google Shape;1044;p106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None/>
              <a:defRPr>
                <a:solidFill>
                  <a:schemeClr val="dk2"/>
                </a:solidFill>
              </a:defRPr>
            </a:lvl1pPr>
            <a:lvl2pPr lvl="1" algn="ctr">
              <a:buNone/>
              <a:defRPr>
                <a:solidFill>
                  <a:schemeClr val="dk2"/>
                </a:solidFill>
              </a:defRPr>
            </a:lvl2pPr>
            <a:lvl3pPr lvl="2" algn="ctr">
              <a:buNone/>
              <a:defRPr>
                <a:solidFill>
                  <a:schemeClr val="dk2"/>
                </a:solidFill>
              </a:defRPr>
            </a:lvl3pPr>
            <a:lvl4pPr lvl="3" algn="ctr">
              <a:buNone/>
              <a:defRPr>
                <a:solidFill>
                  <a:schemeClr val="dk2"/>
                </a:solidFill>
              </a:defRPr>
            </a:lvl4pPr>
            <a:lvl5pPr lvl="4" algn="ctr">
              <a:buNone/>
              <a:defRPr>
                <a:solidFill>
                  <a:schemeClr val="dk2"/>
                </a:solidFill>
              </a:defRPr>
            </a:lvl5pPr>
            <a:lvl6pPr lvl="5" algn="ctr">
              <a:buNone/>
              <a:defRPr>
                <a:solidFill>
                  <a:schemeClr val="dk2"/>
                </a:solidFill>
              </a:defRPr>
            </a:lvl6pPr>
            <a:lvl7pPr lvl="6" algn="ctr">
              <a:buNone/>
              <a:defRPr>
                <a:solidFill>
                  <a:schemeClr val="dk2"/>
                </a:solidFill>
              </a:defRPr>
            </a:lvl7pPr>
            <a:lvl8pPr lvl="7" algn="ctr">
              <a:buNone/>
              <a:defRPr>
                <a:solidFill>
                  <a:schemeClr val="dk2"/>
                </a:solidFill>
              </a:defRPr>
            </a:lvl8pPr>
            <a:lvl9pPr lvl="8" algn="ctr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045" name="Google Shape;1045;p106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1046" name="Google Shape;1046;p10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47" name="Google Shape;1047;p106"/>
          <p:cNvSpPr txBox="1"/>
          <p:nvPr>
            <p:ph idx="1" type="subTitle"/>
          </p:nvPr>
        </p:nvSpPr>
        <p:spPr>
          <a:xfrm>
            <a:off x="1381625" y="1718025"/>
            <a:ext cx="70425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048" name="Google Shape;1048;p106"/>
          <p:cNvSpPr txBox="1"/>
          <p:nvPr>
            <p:ph idx="2" type="subTitle"/>
          </p:nvPr>
        </p:nvSpPr>
        <p:spPr>
          <a:xfrm>
            <a:off x="1381635" y="2861025"/>
            <a:ext cx="70425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049" name="Google Shape;1049;p106"/>
          <p:cNvSpPr txBox="1"/>
          <p:nvPr>
            <p:ph idx="3" type="subTitle"/>
          </p:nvPr>
        </p:nvSpPr>
        <p:spPr>
          <a:xfrm>
            <a:off x="1381635" y="4004025"/>
            <a:ext cx="70425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050" name="Google Shape;1050;p106"/>
          <p:cNvSpPr txBox="1"/>
          <p:nvPr>
            <p:ph idx="4" type="subTitle"/>
          </p:nvPr>
        </p:nvSpPr>
        <p:spPr>
          <a:xfrm>
            <a:off x="1381625" y="1406025"/>
            <a:ext cx="7042500" cy="3336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051" name="Google Shape;1051;p106"/>
          <p:cNvSpPr txBox="1"/>
          <p:nvPr>
            <p:ph idx="5" type="subTitle"/>
          </p:nvPr>
        </p:nvSpPr>
        <p:spPr>
          <a:xfrm>
            <a:off x="1381625" y="2526575"/>
            <a:ext cx="7042500" cy="3336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052" name="Google Shape;1052;p106"/>
          <p:cNvSpPr txBox="1"/>
          <p:nvPr>
            <p:ph idx="6" type="subTitle"/>
          </p:nvPr>
        </p:nvSpPr>
        <p:spPr>
          <a:xfrm>
            <a:off x="1381625" y="3647125"/>
            <a:ext cx="7042500" cy="3336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1053" name="Shape 1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Google Shape;1054;p107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55" name="Google Shape;1055;p107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056" name="Google Shape;1056;p107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57" name="Google Shape;1057;p107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058" name="Google Shape;1058;p107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059" name="Google Shape;1059;p107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None/>
              <a:defRPr>
                <a:solidFill>
                  <a:schemeClr val="dk2"/>
                </a:solidFill>
              </a:defRPr>
            </a:lvl1pPr>
            <a:lvl2pPr lvl="1" algn="ctr">
              <a:buNone/>
              <a:defRPr>
                <a:solidFill>
                  <a:schemeClr val="dk2"/>
                </a:solidFill>
              </a:defRPr>
            </a:lvl2pPr>
            <a:lvl3pPr lvl="2" algn="ctr">
              <a:buNone/>
              <a:defRPr>
                <a:solidFill>
                  <a:schemeClr val="dk2"/>
                </a:solidFill>
              </a:defRPr>
            </a:lvl3pPr>
            <a:lvl4pPr lvl="3" algn="ctr">
              <a:buNone/>
              <a:defRPr>
                <a:solidFill>
                  <a:schemeClr val="dk2"/>
                </a:solidFill>
              </a:defRPr>
            </a:lvl4pPr>
            <a:lvl5pPr lvl="4" algn="ctr">
              <a:buNone/>
              <a:defRPr>
                <a:solidFill>
                  <a:schemeClr val="dk2"/>
                </a:solidFill>
              </a:defRPr>
            </a:lvl5pPr>
            <a:lvl6pPr lvl="5" algn="ctr">
              <a:buNone/>
              <a:defRPr>
                <a:solidFill>
                  <a:schemeClr val="dk2"/>
                </a:solidFill>
              </a:defRPr>
            </a:lvl6pPr>
            <a:lvl7pPr lvl="6" algn="ctr">
              <a:buNone/>
              <a:defRPr>
                <a:solidFill>
                  <a:schemeClr val="dk2"/>
                </a:solidFill>
              </a:defRPr>
            </a:lvl7pPr>
            <a:lvl8pPr lvl="7" algn="ctr">
              <a:buNone/>
              <a:defRPr>
                <a:solidFill>
                  <a:schemeClr val="dk2"/>
                </a:solidFill>
              </a:defRPr>
            </a:lvl8pPr>
            <a:lvl9pPr lvl="8" algn="ctr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060" name="Google Shape;1060;p107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1061" name="Google Shape;1061;p10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62" name="Google Shape;1062;p107"/>
          <p:cNvSpPr txBox="1"/>
          <p:nvPr>
            <p:ph idx="1" type="subTitle"/>
          </p:nvPr>
        </p:nvSpPr>
        <p:spPr>
          <a:xfrm>
            <a:off x="1545775" y="1975263"/>
            <a:ext cx="2556900" cy="9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063" name="Google Shape;1063;p107"/>
          <p:cNvSpPr txBox="1"/>
          <p:nvPr>
            <p:ph idx="2" type="subTitle"/>
          </p:nvPr>
        </p:nvSpPr>
        <p:spPr>
          <a:xfrm>
            <a:off x="5041325" y="1975263"/>
            <a:ext cx="2556900" cy="9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064" name="Google Shape;1064;p107"/>
          <p:cNvSpPr txBox="1"/>
          <p:nvPr>
            <p:ph idx="3" type="subTitle"/>
          </p:nvPr>
        </p:nvSpPr>
        <p:spPr>
          <a:xfrm>
            <a:off x="1545775" y="3691500"/>
            <a:ext cx="2556900" cy="9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065" name="Google Shape;1065;p107"/>
          <p:cNvSpPr txBox="1"/>
          <p:nvPr>
            <p:ph idx="4" type="subTitle"/>
          </p:nvPr>
        </p:nvSpPr>
        <p:spPr>
          <a:xfrm>
            <a:off x="5041325" y="3691500"/>
            <a:ext cx="2556900" cy="9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066" name="Google Shape;1066;p107"/>
          <p:cNvSpPr txBox="1"/>
          <p:nvPr>
            <p:ph idx="5" type="subTitle"/>
          </p:nvPr>
        </p:nvSpPr>
        <p:spPr>
          <a:xfrm>
            <a:off x="1545775" y="1670463"/>
            <a:ext cx="2556900" cy="3549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067" name="Google Shape;1067;p107"/>
          <p:cNvSpPr txBox="1"/>
          <p:nvPr>
            <p:ph idx="6" type="subTitle"/>
          </p:nvPr>
        </p:nvSpPr>
        <p:spPr>
          <a:xfrm>
            <a:off x="5041325" y="1670463"/>
            <a:ext cx="2556900" cy="3549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068" name="Google Shape;1068;p107"/>
          <p:cNvSpPr txBox="1"/>
          <p:nvPr>
            <p:ph idx="7" type="subTitle"/>
          </p:nvPr>
        </p:nvSpPr>
        <p:spPr>
          <a:xfrm>
            <a:off x="1545775" y="3386700"/>
            <a:ext cx="2556900" cy="3549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069" name="Google Shape;1069;p107"/>
          <p:cNvSpPr txBox="1"/>
          <p:nvPr>
            <p:ph idx="8" type="subTitle"/>
          </p:nvPr>
        </p:nvSpPr>
        <p:spPr>
          <a:xfrm>
            <a:off x="5041325" y="3386700"/>
            <a:ext cx="2556900" cy="3549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_1">
    <p:spTree>
      <p:nvGrpSpPr>
        <p:cNvPr id="1070" name="Shape 1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" name="Google Shape;1071;p108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72" name="Google Shape;1072;p108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073" name="Google Shape;1073;p108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74" name="Google Shape;1074;p108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075" name="Google Shape;1075;p108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076" name="Google Shape;1076;p108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None/>
              <a:defRPr>
                <a:solidFill>
                  <a:schemeClr val="dk2"/>
                </a:solidFill>
              </a:defRPr>
            </a:lvl1pPr>
            <a:lvl2pPr lvl="1" algn="ctr">
              <a:buNone/>
              <a:defRPr>
                <a:solidFill>
                  <a:schemeClr val="dk2"/>
                </a:solidFill>
              </a:defRPr>
            </a:lvl2pPr>
            <a:lvl3pPr lvl="2" algn="ctr">
              <a:buNone/>
              <a:defRPr>
                <a:solidFill>
                  <a:schemeClr val="dk2"/>
                </a:solidFill>
              </a:defRPr>
            </a:lvl3pPr>
            <a:lvl4pPr lvl="3" algn="ctr">
              <a:buNone/>
              <a:defRPr>
                <a:solidFill>
                  <a:schemeClr val="dk2"/>
                </a:solidFill>
              </a:defRPr>
            </a:lvl4pPr>
            <a:lvl5pPr lvl="4" algn="ctr">
              <a:buNone/>
              <a:defRPr>
                <a:solidFill>
                  <a:schemeClr val="dk2"/>
                </a:solidFill>
              </a:defRPr>
            </a:lvl5pPr>
            <a:lvl6pPr lvl="5" algn="ctr">
              <a:buNone/>
              <a:defRPr>
                <a:solidFill>
                  <a:schemeClr val="dk2"/>
                </a:solidFill>
              </a:defRPr>
            </a:lvl6pPr>
            <a:lvl7pPr lvl="6" algn="ctr">
              <a:buNone/>
              <a:defRPr>
                <a:solidFill>
                  <a:schemeClr val="dk2"/>
                </a:solidFill>
              </a:defRPr>
            </a:lvl7pPr>
            <a:lvl8pPr lvl="7" algn="ctr">
              <a:buNone/>
              <a:defRPr>
                <a:solidFill>
                  <a:schemeClr val="dk2"/>
                </a:solidFill>
              </a:defRPr>
            </a:lvl8pPr>
            <a:lvl9pPr lvl="8" algn="ctr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077" name="Google Shape;1077;p108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1078" name="Google Shape;1078;p10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79" name="Google Shape;1079;p108"/>
          <p:cNvSpPr txBox="1"/>
          <p:nvPr>
            <p:ph idx="1" type="subTitle"/>
          </p:nvPr>
        </p:nvSpPr>
        <p:spPr>
          <a:xfrm>
            <a:off x="903950" y="2149201"/>
            <a:ext cx="21912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080" name="Google Shape;1080;p108"/>
          <p:cNvSpPr txBox="1"/>
          <p:nvPr>
            <p:ph idx="2" type="subTitle"/>
          </p:nvPr>
        </p:nvSpPr>
        <p:spPr>
          <a:xfrm>
            <a:off x="3478550" y="2149201"/>
            <a:ext cx="21825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081" name="Google Shape;1081;p108"/>
          <p:cNvSpPr txBox="1"/>
          <p:nvPr>
            <p:ph idx="3" type="subTitle"/>
          </p:nvPr>
        </p:nvSpPr>
        <p:spPr>
          <a:xfrm>
            <a:off x="903950" y="3579425"/>
            <a:ext cx="21912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082" name="Google Shape;1082;p108"/>
          <p:cNvSpPr txBox="1"/>
          <p:nvPr>
            <p:ph idx="4" type="subTitle"/>
          </p:nvPr>
        </p:nvSpPr>
        <p:spPr>
          <a:xfrm>
            <a:off x="3478550" y="3579425"/>
            <a:ext cx="21825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083" name="Google Shape;1083;p108"/>
          <p:cNvSpPr txBox="1"/>
          <p:nvPr>
            <p:ph idx="5" type="subTitle"/>
          </p:nvPr>
        </p:nvSpPr>
        <p:spPr>
          <a:xfrm>
            <a:off x="6048850" y="2149201"/>
            <a:ext cx="21999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084" name="Google Shape;1084;p108"/>
          <p:cNvSpPr txBox="1"/>
          <p:nvPr>
            <p:ph idx="6" type="subTitle"/>
          </p:nvPr>
        </p:nvSpPr>
        <p:spPr>
          <a:xfrm>
            <a:off x="6048850" y="3579425"/>
            <a:ext cx="21999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085" name="Google Shape;1085;p108"/>
          <p:cNvSpPr txBox="1"/>
          <p:nvPr>
            <p:ph idx="7" type="subTitle"/>
          </p:nvPr>
        </p:nvSpPr>
        <p:spPr>
          <a:xfrm>
            <a:off x="908250" y="1656600"/>
            <a:ext cx="2182500" cy="4425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086" name="Google Shape;1086;p108"/>
          <p:cNvSpPr txBox="1"/>
          <p:nvPr>
            <p:ph idx="8" type="subTitle"/>
          </p:nvPr>
        </p:nvSpPr>
        <p:spPr>
          <a:xfrm>
            <a:off x="3482836" y="1656600"/>
            <a:ext cx="2173800" cy="4425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087" name="Google Shape;1087;p108"/>
          <p:cNvSpPr txBox="1"/>
          <p:nvPr>
            <p:ph idx="9" type="subTitle"/>
          </p:nvPr>
        </p:nvSpPr>
        <p:spPr>
          <a:xfrm>
            <a:off x="6053173" y="1656600"/>
            <a:ext cx="2191200" cy="4425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088" name="Google Shape;1088;p108"/>
          <p:cNvSpPr txBox="1"/>
          <p:nvPr>
            <p:ph idx="13" type="subTitle"/>
          </p:nvPr>
        </p:nvSpPr>
        <p:spPr>
          <a:xfrm>
            <a:off x="908250" y="3086800"/>
            <a:ext cx="2182500" cy="4425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089" name="Google Shape;1089;p108"/>
          <p:cNvSpPr txBox="1"/>
          <p:nvPr>
            <p:ph idx="14" type="subTitle"/>
          </p:nvPr>
        </p:nvSpPr>
        <p:spPr>
          <a:xfrm>
            <a:off x="3482836" y="3086800"/>
            <a:ext cx="2173800" cy="4425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090" name="Google Shape;1090;p108"/>
          <p:cNvSpPr txBox="1"/>
          <p:nvPr>
            <p:ph idx="15" type="subTitle"/>
          </p:nvPr>
        </p:nvSpPr>
        <p:spPr>
          <a:xfrm>
            <a:off x="6053173" y="3086800"/>
            <a:ext cx="2191200" cy="4425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_1">
    <p:spTree>
      <p:nvGrpSpPr>
        <p:cNvPr id="1091" name="Shape 1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" name="Google Shape;1092;p109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93" name="Google Shape;1093;p109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094" name="Google Shape;1094;p109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95" name="Google Shape;1095;p109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096" name="Google Shape;1096;p109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097" name="Google Shape;1097;p109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None/>
              <a:defRPr>
                <a:solidFill>
                  <a:schemeClr val="dk2"/>
                </a:solidFill>
              </a:defRPr>
            </a:lvl1pPr>
            <a:lvl2pPr lvl="1" algn="ctr">
              <a:buNone/>
              <a:defRPr>
                <a:solidFill>
                  <a:schemeClr val="dk2"/>
                </a:solidFill>
              </a:defRPr>
            </a:lvl2pPr>
            <a:lvl3pPr lvl="2" algn="ctr">
              <a:buNone/>
              <a:defRPr>
                <a:solidFill>
                  <a:schemeClr val="dk2"/>
                </a:solidFill>
              </a:defRPr>
            </a:lvl3pPr>
            <a:lvl4pPr lvl="3" algn="ctr">
              <a:buNone/>
              <a:defRPr>
                <a:solidFill>
                  <a:schemeClr val="dk2"/>
                </a:solidFill>
              </a:defRPr>
            </a:lvl4pPr>
            <a:lvl5pPr lvl="4" algn="ctr">
              <a:buNone/>
              <a:defRPr>
                <a:solidFill>
                  <a:schemeClr val="dk2"/>
                </a:solidFill>
              </a:defRPr>
            </a:lvl5pPr>
            <a:lvl6pPr lvl="5" algn="ctr">
              <a:buNone/>
              <a:defRPr>
                <a:solidFill>
                  <a:schemeClr val="dk2"/>
                </a:solidFill>
              </a:defRPr>
            </a:lvl6pPr>
            <a:lvl7pPr lvl="6" algn="ctr">
              <a:buNone/>
              <a:defRPr>
                <a:solidFill>
                  <a:schemeClr val="dk2"/>
                </a:solidFill>
              </a:defRPr>
            </a:lvl7pPr>
            <a:lvl8pPr lvl="7" algn="ctr">
              <a:buNone/>
              <a:defRPr>
                <a:solidFill>
                  <a:schemeClr val="dk2"/>
                </a:solidFill>
              </a:defRPr>
            </a:lvl8pPr>
            <a:lvl9pPr lvl="8" algn="ctr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098" name="Google Shape;1098;p109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1099" name="Google Shape;1099;p109"/>
          <p:cNvSpPr txBox="1"/>
          <p:nvPr>
            <p:ph hasCustomPrompt="1" type="title"/>
          </p:nvPr>
        </p:nvSpPr>
        <p:spPr>
          <a:xfrm>
            <a:off x="2223600" y="552112"/>
            <a:ext cx="4696800" cy="768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100" name="Google Shape;1100;p109"/>
          <p:cNvSpPr txBox="1"/>
          <p:nvPr>
            <p:ph idx="1" type="subTitle"/>
          </p:nvPr>
        </p:nvSpPr>
        <p:spPr>
          <a:xfrm>
            <a:off x="2223600" y="1364275"/>
            <a:ext cx="4696800" cy="4287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1101" name="Google Shape;1101;p109"/>
          <p:cNvSpPr txBox="1"/>
          <p:nvPr>
            <p:ph hasCustomPrompt="1" idx="2" type="title"/>
          </p:nvPr>
        </p:nvSpPr>
        <p:spPr>
          <a:xfrm>
            <a:off x="2223600" y="1904368"/>
            <a:ext cx="4696800" cy="768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102" name="Google Shape;1102;p109"/>
          <p:cNvSpPr txBox="1"/>
          <p:nvPr>
            <p:ph idx="3" type="subTitle"/>
          </p:nvPr>
        </p:nvSpPr>
        <p:spPr>
          <a:xfrm>
            <a:off x="2223600" y="2716527"/>
            <a:ext cx="4696800" cy="4467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1103" name="Google Shape;1103;p109"/>
          <p:cNvSpPr txBox="1"/>
          <p:nvPr>
            <p:ph hasCustomPrompt="1" idx="4" type="title"/>
          </p:nvPr>
        </p:nvSpPr>
        <p:spPr>
          <a:xfrm>
            <a:off x="2223600" y="3256624"/>
            <a:ext cx="4696800" cy="768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104" name="Google Shape;1104;p109"/>
          <p:cNvSpPr txBox="1"/>
          <p:nvPr>
            <p:ph idx="5" type="subTitle"/>
          </p:nvPr>
        </p:nvSpPr>
        <p:spPr>
          <a:xfrm>
            <a:off x="2223600" y="4068797"/>
            <a:ext cx="4696800" cy="4467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1105" name="Shape 1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6" name="Google Shape;1106;p110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7" name="Google Shape;1107;p110"/>
          <p:cNvSpPr txBox="1"/>
          <p:nvPr>
            <p:ph type="title"/>
          </p:nvPr>
        </p:nvSpPr>
        <p:spPr>
          <a:xfrm>
            <a:off x="2347938" y="540000"/>
            <a:ext cx="44481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75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08" name="Google Shape;1108;p110"/>
          <p:cNvSpPr txBox="1"/>
          <p:nvPr>
            <p:ph idx="1" type="subTitle"/>
          </p:nvPr>
        </p:nvSpPr>
        <p:spPr>
          <a:xfrm>
            <a:off x="2347900" y="1717825"/>
            <a:ext cx="4448100" cy="12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109" name="Google Shape;1109;p110"/>
          <p:cNvSpPr txBox="1"/>
          <p:nvPr/>
        </p:nvSpPr>
        <p:spPr>
          <a:xfrm>
            <a:off x="2099100" y="3611950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CREDITS: This presentation template was created by </a:t>
            </a:r>
            <a:r>
              <a:rPr b="1" lang="en-GB" sz="1200" u="sng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b="1" lang="en-GB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,</a:t>
            </a:r>
            <a:r>
              <a:rPr lang="en-GB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and includes icons by</a:t>
            </a:r>
            <a:r>
              <a:rPr b="1" lang="en-GB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b="1" lang="en-GB" sz="1200" u="sng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1" lang="en-GB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,</a:t>
            </a:r>
            <a:r>
              <a:rPr lang="en-GB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and infographics &amp; images by </a:t>
            </a:r>
            <a:r>
              <a:rPr b="1" lang="en-GB" sz="1200" u="sng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b="1" lang="en-GB" sz="1200" u="sng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endParaRPr b="1" sz="1200" u="sng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cxnSp>
        <p:nvCxnSpPr>
          <p:cNvPr id="1110" name="Google Shape;1110;p110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111" name="Google Shape;1111;p110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12" name="Google Shape;1112;p110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113" name="Google Shape;1113;p110"/>
          <p:cNvCxnSpPr/>
          <p:nvPr/>
        </p:nvCxnSpPr>
        <p:spPr>
          <a:xfrm flipH="1" rot="10800000">
            <a:off x="347659" y="4749851"/>
            <a:ext cx="8448600" cy="33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oval"/>
          </a:ln>
        </p:spPr>
      </p:cxn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7">
    <p:spTree>
      <p:nvGrpSpPr>
        <p:cNvPr id="1114" name="Shape 1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5" name="Google Shape;1115;p111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6" name="Google Shape;1116;p11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117" name="Google Shape;1117;p111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118" name="Google Shape;1118;p111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19" name="Google Shape;1119;p111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120" name="Google Shape;1120;p111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121" name="Google Shape;1121;p111"/>
          <p:cNvSpPr txBox="1"/>
          <p:nvPr>
            <p:ph idx="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None/>
              <a:defRPr>
                <a:solidFill>
                  <a:schemeClr val="lt1"/>
                </a:solidFill>
              </a:defRPr>
            </a:lvl1pPr>
            <a:lvl2pPr lvl="1" algn="ctr">
              <a:buNone/>
              <a:defRPr>
                <a:solidFill>
                  <a:schemeClr val="lt1"/>
                </a:solidFill>
              </a:defRPr>
            </a:lvl2pPr>
            <a:lvl3pPr lvl="2" algn="ctr">
              <a:buNone/>
              <a:defRPr>
                <a:solidFill>
                  <a:schemeClr val="lt1"/>
                </a:solidFill>
              </a:defRPr>
            </a:lvl3pPr>
            <a:lvl4pPr lvl="3" algn="ctr">
              <a:buNone/>
              <a:defRPr>
                <a:solidFill>
                  <a:schemeClr val="lt1"/>
                </a:solidFill>
              </a:defRPr>
            </a:lvl4pPr>
            <a:lvl5pPr lvl="4" algn="ctr">
              <a:buNone/>
              <a:defRPr>
                <a:solidFill>
                  <a:schemeClr val="lt1"/>
                </a:solidFill>
              </a:defRPr>
            </a:lvl5pPr>
            <a:lvl6pPr lvl="5" algn="ctr">
              <a:buNone/>
              <a:defRPr>
                <a:solidFill>
                  <a:schemeClr val="lt1"/>
                </a:solidFill>
              </a:defRPr>
            </a:lvl6pPr>
            <a:lvl7pPr lvl="6" algn="ctr">
              <a:buNone/>
              <a:defRPr>
                <a:solidFill>
                  <a:schemeClr val="lt1"/>
                </a:solidFill>
              </a:defRPr>
            </a:lvl7pPr>
            <a:lvl8pPr lvl="7" algn="ctr">
              <a:buNone/>
              <a:defRPr>
                <a:solidFill>
                  <a:schemeClr val="lt1"/>
                </a:solidFill>
              </a:defRPr>
            </a:lvl8pPr>
            <a:lvl9pPr lvl="8" algn="ctr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122" name="Google Shape;1122;p111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8">
    <p:spTree>
      <p:nvGrpSpPr>
        <p:cNvPr id="1123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p11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5" name="Google Shape;1125;p112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26" name="Google Shape;1126;p112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127" name="Google Shape;1127;p112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28" name="Google Shape;1128;p112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129" name="Google Shape;1129;p112"/>
          <p:cNvCxnSpPr/>
          <p:nvPr/>
        </p:nvCxnSpPr>
        <p:spPr>
          <a:xfrm flipH="1" rot="10800000">
            <a:off x="347659" y="4749851"/>
            <a:ext cx="8448600" cy="33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oval"/>
          </a:ln>
        </p:spPr>
      </p:cxn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1"/>
        </a:solidFill>
      </p:bgPr>
    </p:bg>
    <p:spTree>
      <p:nvGrpSpPr>
        <p:cNvPr id="1134" name="Shape 1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5" name="Google Shape;1135;p114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6" name="Google Shape;1136;p114"/>
          <p:cNvSpPr txBox="1"/>
          <p:nvPr>
            <p:ph type="ctrTitle"/>
          </p:nvPr>
        </p:nvSpPr>
        <p:spPr>
          <a:xfrm>
            <a:off x="1609200" y="1424875"/>
            <a:ext cx="5925600" cy="20793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b="0" sz="7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37" name="Google Shape;1137;p114"/>
          <p:cNvSpPr txBox="1"/>
          <p:nvPr>
            <p:ph idx="1" type="subTitle"/>
          </p:nvPr>
        </p:nvSpPr>
        <p:spPr>
          <a:xfrm>
            <a:off x="1609200" y="3573775"/>
            <a:ext cx="5942700" cy="4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lt1"/>
        </a:solidFill>
      </p:bgPr>
    </p:bg>
    <p:spTree>
      <p:nvGrpSpPr>
        <p:cNvPr id="1138" name="Shape 1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9" name="Google Shape;1139;p115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0" name="Google Shape;1140;p115"/>
          <p:cNvSpPr txBox="1"/>
          <p:nvPr>
            <p:ph type="title"/>
          </p:nvPr>
        </p:nvSpPr>
        <p:spPr>
          <a:xfrm>
            <a:off x="3579950" y="1854500"/>
            <a:ext cx="36048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141" name="Google Shape;1141;p115"/>
          <p:cNvSpPr txBox="1"/>
          <p:nvPr>
            <p:ph hasCustomPrompt="1" idx="2" type="title"/>
          </p:nvPr>
        </p:nvSpPr>
        <p:spPr>
          <a:xfrm>
            <a:off x="1959250" y="1854500"/>
            <a:ext cx="11898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142" name="Google Shape;1142;p115"/>
          <p:cNvSpPr txBox="1"/>
          <p:nvPr>
            <p:ph idx="1" type="subTitle"/>
          </p:nvPr>
        </p:nvSpPr>
        <p:spPr>
          <a:xfrm>
            <a:off x="1959250" y="2939075"/>
            <a:ext cx="5225400" cy="446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1143" name="Google Shape;1143;p115"/>
          <p:cNvCxnSpPr/>
          <p:nvPr/>
        </p:nvCxnSpPr>
        <p:spPr>
          <a:xfrm rot="10800000">
            <a:off x="8761325" y="2079300"/>
            <a:ext cx="0" cy="9849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oval"/>
          </a:ln>
        </p:spPr>
      </p:cxnSp>
      <p:cxnSp>
        <p:nvCxnSpPr>
          <p:cNvPr id="1144" name="Google Shape;1144;p115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145" name="Google Shape;1145;p115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46" name="Google Shape;1146;p115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147" name="Google Shape;1147;p115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148" name="Google Shape;1148;p115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None/>
              <a:defRPr>
                <a:solidFill>
                  <a:schemeClr val="dk2"/>
                </a:solidFill>
              </a:defRPr>
            </a:lvl1pPr>
            <a:lvl2pPr lvl="1" algn="ctr">
              <a:buNone/>
              <a:defRPr>
                <a:solidFill>
                  <a:schemeClr val="dk2"/>
                </a:solidFill>
              </a:defRPr>
            </a:lvl2pPr>
            <a:lvl3pPr lvl="2" algn="ctr">
              <a:buNone/>
              <a:defRPr>
                <a:solidFill>
                  <a:schemeClr val="dk2"/>
                </a:solidFill>
              </a:defRPr>
            </a:lvl3pPr>
            <a:lvl4pPr lvl="3" algn="ctr">
              <a:buNone/>
              <a:defRPr>
                <a:solidFill>
                  <a:schemeClr val="dk2"/>
                </a:solidFill>
              </a:defRPr>
            </a:lvl4pPr>
            <a:lvl5pPr lvl="4" algn="ctr">
              <a:buNone/>
              <a:defRPr>
                <a:solidFill>
                  <a:schemeClr val="dk2"/>
                </a:solidFill>
              </a:defRPr>
            </a:lvl5pPr>
            <a:lvl6pPr lvl="5" algn="ctr">
              <a:buNone/>
              <a:defRPr>
                <a:solidFill>
                  <a:schemeClr val="dk2"/>
                </a:solidFill>
              </a:defRPr>
            </a:lvl6pPr>
            <a:lvl7pPr lvl="6" algn="ctr">
              <a:buNone/>
              <a:defRPr>
                <a:solidFill>
                  <a:schemeClr val="dk2"/>
                </a:solidFill>
              </a:defRPr>
            </a:lvl7pPr>
            <a:lvl8pPr lvl="7" algn="ctr">
              <a:buNone/>
              <a:defRPr>
                <a:solidFill>
                  <a:schemeClr val="dk2"/>
                </a:solidFill>
              </a:defRPr>
            </a:lvl8pPr>
            <a:lvl9pPr lvl="8" algn="ctr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149" name="Google Shape;1149;p115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150" name="Google Shape;1150;p115"/>
          <p:cNvCxnSpPr/>
          <p:nvPr/>
        </p:nvCxnSpPr>
        <p:spPr>
          <a:xfrm rot="10800000">
            <a:off x="394350" y="2079300"/>
            <a:ext cx="0" cy="9849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oval"/>
          </a:ln>
        </p:spPr>
      </p:cxn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151" name="Shape 1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2" name="Google Shape;1152;p116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53" name="Google Shape;1153;p116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154" name="Google Shape;1154;p116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55" name="Google Shape;1155;p116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156" name="Google Shape;1156;p116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157" name="Google Shape;1157;p116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None/>
              <a:defRPr>
                <a:solidFill>
                  <a:schemeClr val="dk2"/>
                </a:solidFill>
              </a:defRPr>
            </a:lvl1pPr>
            <a:lvl2pPr lvl="1" algn="ctr">
              <a:buNone/>
              <a:defRPr>
                <a:solidFill>
                  <a:schemeClr val="dk2"/>
                </a:solidFill>
              </a:defRPr>
            </a:lvl2pPr>
            <a:lvl3pPr lvl="2" algn="ctr">
              <a:buNone/>
              <a:defRPr>
                <a:solidFill>
                  <a:schemeClr val="dk2"/>
                </a:solidFill>
              </a:defRPr>
            </a:lvl3pPr>
            <a:lvl4pPr lvl="3" algn="ctr">
              <a:buNone/>
              <a:defRPr>
                <a:solidFill>
                  <a:schemeClr val="dk2"/>
                </a:solidFill>
              </a:defRPr>
            </a:lvl4pPr>
            <a:lvl5pPr lvl="4" algn="ctr">
              <a:buNone/>
              <a:defRPr>
                <a:solidFill>
                  <a:schemeClr val="dk2"/>
                </a:solidFill>
              </a:defRPr>
            </a:lvl5pPr>
            <a:lvl6pPr lvl="5" algn="ctr">
              <a:buNone/>
              <a:defRPr>
                <a:solidFill>
                  <a:schemeClr val="dk2"/>
                </a:solidFill>
              </a:defRPr>
            </a:lvl6pPr>
            <a:lvl7pPr lvl="6" algn="ctr">
              <a:buNone/>
              <a:defRPr>
                <a:solidFill>
                  <a:schemeClr val="dk2"/>
                </a:solidFill>
              </a:defRPr>
            </a:lvl7pPr>
            <a:lvl8pPr lvl="7" algn="ctr">
              <a:buNone/>
              <a:defRPr>
                <a:solidFill>
                  <a:schemeClr val="dk2"/>
                </a:solidFill>
              </a:defRPr>
            </a:lvl8pPr>
            <a:lvl9pPr lvl="8" algn="ctr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158" name="Google Shape;1158;p116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1159" name="Google Shape;1159;p11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60" name="Google Shape;1160;p116"/>
          <p:cNvSpPr txBox="1"/>
          <p:nvPr>
            <p:ph idx="1" type="body"/>
          </p:nvPr>
        </p:nvSpPr>
        <p:spPr>
          <a:xfrm>
            <a:off x="720000" y="1215750"/>
            <a:ext cx="7704000" cy="323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Nunito Ligh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C800"/>
              </a:buClr>
              <a:buSzPts val="1200"/>
              <a:buFont typeface="Nunito Light"/>
              <a:buChar char="■"/>
              <a:defRPr/>
            </a:lvl3pPr>
            <a:lvl4pPr indent="-3048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C800"/>
              </a:buClr>
              <a:buSzPts val="1200"/>
              <a:buFont typeface="Nunito Light"/>
              <a:buChar char="●"/>
              <a:defRPr/>
            </a:lvl4pPr>
            <a:lvl5pPr indent="-3048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○"/>
              <a:defRPr/>
            </a:lvl5pPr>
            <a:lvl6pPr indent="-3048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■"/>
              <a:defRPr/>
            </a:lvl6pPr>
            <a:lvl7pPr indent="-3048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●"/>
              <a:defRPr/>
            </a:lvl7pPr>
            <a:lvl8pPr indent="-3048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○"/>
              <a:defRPr/>
            </a:lvl8pPr>
            <a:lvl9pPr indent="-3048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2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161" name="Shape 1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2" name="Google Shape;1162;p117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63" name="Google Shape;1163;p117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164" name="Google Shape;1164;p117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65" name="Google Shape;1165;p117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166" name="Google Shape;1166;p117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167" name="Google Shape;1167;p117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None/>
              <a:defRPr>
                <a:solidFill>
                  <a:schemeClr val="dk2"/>
                </a:solidFill>
              </a:defRPr>
            </a:lvl1pPr>
            <a:lvl2pPr lvl="1" algn="ctr">
              <a:buNone/>
              <a:defRPr>
                <a:solidFill>
                  <a:schemeClr val="dk2"/>
                </a:solidFill>
              </a:defRPr>
            </a:lvl2pPr>
            <a:lvl3pPr lvl="2" algn="ctr">
              <a:buNone/>
              <a:defRPr>
                <a:solidFill>
                  <a:schemeClr val="dk2"/>
                </a:solidFill>
              </a:defRPr>
            </a:lvl3pPr>
            <a:lvl4pPr lvl="3" algn="ctr">
              <a:buNone/>
              <a:defRPr>
                <a:solidFill>
                  <a:schemeClr val="dk2"/>
                </a:solidFill>
              </a:defRPr>
            </a:lvl4pPr>
            <a:lvl5pPr lvl="4" algn="ctr">
              <a:buNone/>
              <a:defRPr>
                <a:solidFill>
                  <a:schemeClr val="dk2"/>
                </a:solidFill>
              </a:defRPr>
            </a:lvl5pPr>
            <a:lvl6pPr lvl="5" algn="ctr">
              <a:buNone/>
              <a:defRPr>
                <a:solidFill>
                  <a:schemeClr val="dk2"/>
                </a:solidFill>
              </a:defRPr>
            </a:lvl6pPr>
            <a:lvl7pPr lvl="6" algn="ctr">
              <a:buNone/>
              <a:defRPr>
                <a:solidFill>
                  <a:schemeClr val="dk2"/>
                </a:solidFill>
              </a:defRPr>
            </a:lvl7pPr>
            <a:lvl8pPr lvl="7" algn="ctr">
              <a:buNone/>
              <a:defRPr>
                <a:solidFill>
                  <a:schemeClr val="dk2"/>
                </a:solidFill>
              </a:defRPr>
            </a:lvl8pPr>
            <a:lvl9pPr lvl="8" algn="ctr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168" name="Google Shape;1168;p117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1169" name="Google Shape;1169;p11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70" name="Google Shape;1170;p117"/>
          <p:cNvSpPr txBox="1"/>
          <p:nvPr>
            <p:ph idx="1" type="subTitle"/>
          </p:nvPr>
        </p:nvSpPr>
        <p:spPr>
          <a:xfrm>
            <a:off x="4747387" y="1872353"/>
            <a:ext cx="3698100" cy="27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b="0"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9pPr>
          </a:lstStyle>
          <a:p/>
        </p:txBody>
      </p:sp>
      <p:sp>
        <p:nvSpPr>
          <p:cNvPr id="1171" name="Google Shape;1171;p117"/>
          <p:cNvSpPr txBox="1"/>
          <p:nvPr>
            <p:ph idx="2" type="subTitle"/>
          </p:nvPr>
        </p:nvSpPr>
        <p:spPr>
          <a:xfrm>
            <a:off x="726675" y="1872353"/>
            <a:ext cx="3698100" cy="27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b="0" sz="1400"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9pPr>
          </a:lstStyle>
          <a:p/>
        </p:txBody>
      </p:sp>
      <p:sp>
        <p:nvSpPr>
          <p:cNvPr id="1172" name="Google Shape;1172;p117"/>
          <p:cNvSpPr txBox="1"/>
          <p:nvPr>
            <p:ph idx="3" type="subTitle"/>
          </p:nvPr>
        </p:nvSpPr>
        <p:spPr>
          <a:xfrm>
            <a:off x="726675" y="1313225"/>
            <a:ext cx="3698100" cy="4224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3" name="Google Shape;1173;p117"/>
          <p:cNvSpPr txBox="1"/>
          <p:nvPr>
            <p:ph idx="4" type="subTitle"/>
          </p:nvPr>
        </p:nvSpPr>
        <p:spPr>
          <a:xfrm>
            <a:off x="4747375" y="1313225"/>
            <a:ext cx="3698100" cy="4224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74" name="Shape 1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5" name="Google Shape;1175;p118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76" name="Google Shape;1176;p118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177" name="Google Shape;1177;p118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78" name="Google Shape;1178;p118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179" name="Google Shape;1179;p118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180" name="Google Shape;1180;p118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None/>
              <a:defRPr>
                <a:solidFill>
                  <a:schemeClr val="dk2"/>
                </a:solidFill>
              </a:defRPr>
            </a:lvl1pPr>
            <a:lvl2pPr lvl="1" algn="ctr">
              <a:buNone/>
              <a:defRPr>
                <a:solidFill>
                  <a:schemeClr val="dk2"/>
                </a:solidFill>
              </a:defRPr>
            </a:lvl2pPr>
            <a:lvl3pPr lvl="2" algn="ctr">
              <a:buNone/>
              <a:defRPr>
                <a:solidFill>
                  <a:schemeClr val="dk2"/>
                </a:solidFill>
              </a:defRPr>
            </a:lvl3pPr>
            <a:lvl4pPr lvl="3" algn="ctr">
              <a:buNone/>
              <a:defRPr>
                <a:solidFill>
                  <a:schemeClr val="dk2"/>
                </a:solidFill>
              </a:defRPr>
            </a:lvl4pPr>
            <a:lvl5pPr lvl="4" algn="ctr">
              <a:buNone/>
              <a:defRPr>
                <a:solidFill>
                  <a:schemeClr val="dk2"/>
                </a:solidFill>
              </a:defRPr>
            </a:lvl5pPr>
            <a:lvl6pPr lvl="5" algn="ctr">
              <a:buNone/>
              <a:defRPr>
                <a:solidFill>
                  <a:schemeClr val="dk2"/>
                </a:solidFill>
              </a:defRPr>
            </a:lvl6pPr>
            <a:lvl7pPr lvl="6" algn="ctr">
              <a:buNone/>
              <a:defRPr>
                <a:solidFill>
                  <a:schemeClr val="dk2"/>
                </a:solidFill>
              </a:defRPr>
            </a:lvl7pPr>
            <a:lvl8pPr lvl="7" algn="ctr">
              <a:buNone/>
              <a:defRPr>
                <a:solidFill>
                  <a:schemeClr val="dk2"/>
                </a:solidFill>
              </a:defRPr>
            </a:lvl8pPr>
            <a:lvl9pPr lvl="8" algn="ctr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181" name="Google Shape;1181;p118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1182" name="Google Shape;1182;p1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183" name="Shape 1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" name="Google Shape;1184;p119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85" name="Google Shape;1185;p119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186" name="Google Shape;1186;p119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87" name="Google Shape;1187;p119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188" name="Google Shape;1188;p119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189" name="Google Shape;1189;p119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None/>
              <a:defRPr>
                <a:solidFill>
                  <a:schemeClr val="dk2"/>
                </a:solidFill>
              </a:defRPr>
            </a:lvl1pPr>
            <a:lvl2pPr lvl="1" algn="ctr">
              <a:buNone/>
              <a:defRPr>
                <a:solidFill>
                  <a:schemeClr val="dk2"/>
                </a:solidFill>
              </a:defRPr>
            </a:lvl2pPr>
            <a:lvl3pPr lvl="2" algn="ctr">
              <a:buNone/>
              <a:defRPr>
                <a:solidFill>
                  <a:schemeClr val="dk2"/>
                </a:solidFill>
              </a:defRPr>
            </a:lvl3pPr>
            <a:lvl4pPr lvl="3" algn="ctr">
              <a:buNone/>
              <a:defRPr>
                <a:solidFill>
                  <a:schemeClr val="dk2"/>
                </a:solidFill>
              </a:defRPr>
            </a:lvl4pPr>
            <a:lvl5pPr lvl="4" algn="ctr">
              <a:buNone/>
              <a:defRPr>
                <a:solidFill>
                  <a:schemeClr val="dk2"/>
                </a:solidFill>
              </a:defRPr>
            </a:lvl5pPr>
            <a:lvl6pPr lvl="5" algn="ctr">
              <a:buNone/>
              <a:defRPr>
                <a:solidFill>
                  <a:schemeClr val="dk2"/>
                </a:solidFill>
              </a:defRPr>
            </a:lvl6pPr>
            <a:lvl7pPr lvl="6" algn="ctr">
              <a:buNone/>
              <a:defRPr>
                <a:solidFill>
                  <a:schemeClr val="dk2"/>
                </a:solidFill>
              </a:defRPr>
            </a:lvl7pPr>
            <a:lvl8pPr lvl="7" algn="ctr">
              <a:buNone/>
              <a:defRPr>
                <a:solidFill>
                  <a:schemeClr val="dk2"/>
                </a:solidFill>
              </a:defRPr>
            </a:lvl8pPr>
            <a:lvl9pPr lvl="8" algn="ctr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190" name="Google Shape;1190;p119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1191" name="Google Shape;1191;p119"/>
          <p:cNvSpPr txBox="1"/>
          <p:nvPr>
            <p:ph type="title"/>
          </p:nvPr>
        </p:nvSpPr>
        <p:spPr>
          <a:xfrm>
            <a:off x="720000" y="445025"/>
            <a:ext cx="6266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92" name="Google Shape;1192;p119"/>
          <p:cNvSpPr txBox="1"/>
          <p:nvPr>
            <p:ph idx="1" type="subTitle"/>
          </p:nvPr>
        </p:nvSpPr>
        <p:spPr>
          <a:xfrm>
            <a:off x="720000" y="1347250"/>
            <a:ext cx="7324500" cy="317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193" name="Shape 1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4" name="Google Shape;1194;p120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5" name="Google Shape;1195;p120"/>
          <p:cNvSpPr txBox="1"/>
          <p:nvPr>
            <p:ph type="title"/>
          </p:nvPr>
        </p:nvSpPr>
        <p:spPr>
          <a:xfrm>
            <a:off x="969825" y="2079259"/>
            <a:ext cx="7204500" cy="87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cxnSp>
        <p:nvCxnSpPr>
          <p:cNvPr id="1196" name="Google Shape;1196;p120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197" name="Google Shape;1197;p120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98" name="Google Shape;1198;p120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199" name="Google Shape;1199;p120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200" name="Google Shape;1200;p120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None/>
              <a:defRPr>
                <a:solidFill>
                  <a:schemeClr val="dk2"/>
                </a:solidFill>
              </a:defRPr>
            </a:lvl1pPr>
            <a:lvl2pPr lvl="1" algn="ctr">
              <a:buNone/>
              <a:defRPr>
                <a:solidFill>
                  <a:schemeClr val="dk2"/>
                </a:solidFill>
              </a:defRPr>
            </a:lvl2pPr>
            <a:lvl3pPr lvl="2" algn="ctr">
              <a:buNone/>
              <a:defRPr>
                <a:solidFill>
                  <a:schemeClr val="dk2"/>
                </a:solidFill>
              </a:defRPr>
            </a:lvl3pPr>
            <a:lvl4pPr lvl="3" algn="ctr">
              <a:buNone/>
              <a:defRPr>
                <a:solidFill>
                  <a:schemeClr val="dk2"/>
                </a:solidFill>
              </a:defRPr>
            </a:lvl4pPr>
            <a:lvl5pPr lvl="4" algn="ctr">
              <a:buNone/>
              <a:defRPr>
                <a:solidFill>
                  <a:schemeClr val="dk2"/>
                </a:solidFill>
              </a:defRPr>
            </a:lvl5pPr>
            <a:lvl6pPr lvl="5" algn="ctr">
              <a:buNone/>
              <a:defRPr>
                <a:solidFill>
                  <a:schemeClr val="dk2"/>
                </a:solidFill>
              </a:defRPr>
            </a:lvl6pPr>
            <a:lvl7pPr lvl="6" algn="ctr">
              <a:buNone/>
              <a:defRPr>
                <a:solidFill>
                  <a:schemeClr val="dk2"/>
                </a:solidFill>
              </a:defRPr>
            </a:lvl7pPr>
            <a:lvl8pPr lvl="7" algn="ctr">
              <a:buNone/>
              <a:defRPr>
                <a:solidFill>
                  <a:schemeClr val="dk2"/>
                </a:solidFill>
              </a:defRPr>
            </a:lvl8pPr>
            <a:lvl9pPr lvl="8" algn="ctr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201" name="Google Shape;1201;p120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02" name="Shape 1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3" name="Google Shape;1203;p121"/>
          <p:cNvSpPr txBox="1"/>
          <p:nvPr>
            <p:ph type="title"/>
          </p:nvPr>
        </p:nvSpPr>
        <p:spPr>
          <a:xfrm>
            <a:off x="720000" y="1413525"/>
            <a:ext cx="4294800" cy="209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04" name="Google Shape;1204;p121"/>
          <p:cNvSpPr txBox="1"/>
          <p:nvPr>
            <p:ph idx="1" type="subTitle"/>
          </p:nvPr>
        </p:nvSpPr>
        <p:spPr>
          <a:xfrm>
            <a:off x="720000" y="3508800"/>
            <a:ext cx="4294800" cy="100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205" name="Google Shape;1205;p12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206" name="Shape 1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7" name="Google Shape;1207;p122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208" name="Google Shape;1208;p122"/>
          <p:cNvSpPr txBox="1"/>
          <p:nvPr>
            <p:ph type="title"/>
          </p:nvPr>
        </p:nvSpPr>
        <p:spPr>
          <a:xfrm>
            <a:off x="713225" y="4162975"/>
            <a:ext cx="7917300" cy="541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209" name="Shape 1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0" name="Google Shape;1210;p123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11" name="Google Shape;1211;p123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212" name="Google Shape;1212;p123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13" name="Google Shape;1213;p123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214" name="Google Shape;1214;p123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215" name="Google Shape;1215;p123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None/>
              <a:defRPr>
                <a:solidFill>
                  <a:schemeClr val="dk2"/>
                </a:solidFill>
              </a:defRPr>
            </a:lvl1pPr>
            <a:lvl2pPr lvl="1" algn="ctr">
              <a:buNone/>
              <a:defRPr>
                <a:solidFill>
                  <a:schemeClr val="dk2"/>
                </a:solidFill>
              </a:defRPr>
            </a:lvl2pPr>
            <a:lvl3pPr lvl="2" algn="ctr">
              <a:buNone/>
              <a:defRPr>
                <a:solidFill>
                  <a:schemeClr val="dk2"/>
                </a:solidFill>
              </a:defRPr>
            </a:lvl3pPr>
            <a:lvl4pPr lvl="3" algn="ctr">
              <a:buNone/>
              <a:defRPr>
                <a:solidFill>
                  <a:schemeClr val="dk2"/>
                </a:solidFill>
              </a:defRPr>
            </a:lvl4pPr>
            <a:lvl5pPr lvl="4" algn="ctr">
              <a:buNone/>
              <a:defRPr>
                <a:solidFill>
                  <a:schemeClr val="dk2"/>
                </a:solidFill>
              </a:defRPr>
            </a:lvl5pPr>
            <a:lvl6pPr lvl="5" algn="ctr">
              <a:buNone/>
              <a:defRPr>
                <a:solidFill>
                  <a:schemeClr val="dk2"/>
                </a:solidFill>
              </a:defRPr>
            </a:lvl6pPr>
            <a:lvl7pPr lvl="6" algn="ctr">
              <a:buNone/>
              <a:defRPr>
                <a:solidFill>
                  <a:schemeClr val="dk2"/>
                </a:solidFill>
              </a:defRPr>
            </a:lvl7pPr>
            <a:lvl8pPr lvl="7" algn="ctr">
              <a:buNone/>
              <a:defRPr>
                <a:solidFill>
                  <a:schemeClr val="dk2"/>
                </a:solidFill>
              </a:defRPr>
            </a:lvl8pPr>
            <a:lvl9pPr lvl="8" algn="ctr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216" name="Google Shape;1216;p123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1217" name="Google Shape;1217;p123"/>
          <p:cNvSpPr txBox="1"/>
          <p:nvPr>
            <p:ph hasCustomPrompt="1" type="title"/>
          </p:nvPr>
        </p:nvSpPr>
        <p:spPr>
          <a:xfrm>
            <a:off x="1284000" y="1429725"/>
            <a:ext cx="6576000" cy="140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218" name="Google Shape;1218;p123"/>
          <p:cNvSpPr txBox="1"/>
          <p:nvPr>
            <p:ph idx="1" type="subTitle"/>
          </p:nvPr>
        </p:nvSpPr>
        <p:spPr>
          <a:xfrm>
            <a:off x="1284000" y="2985500"/>
            <a:ext cx="6576000" cy="4971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2"/>
        </a:solidFill>
      </p:bgPr>
    </p:bg>
    <p:spTree>
      <p:nvGrpSpPr>
        <p:cNvPr id="1219" name="Shape 121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1220" name="Shape 1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1" name="Google Shape;1221;p125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2" name="Google Shape;1222;p12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23" name="Google Shape;1223;p125"/>
          <p:cNvSpPr txBox="1"/>
          <p:nvPr>
            <p:ph idx="1" type="subTitle"/>
          </p:nvPr>
        </p:nvSpPr>
        <p:spPr>
          <a:xfrm>
            <a:off x="713225" y="2018125"/>
            <a:ext cx="2426100" cy="538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224" name="Google Shape;1224;p125"/>
          <p:cNvSpPr txBox="1"/>
          <p:nvPr>
            <p:ph idx="2" type="subTitle"/>
          </p:nvPr>
        </p:nvSpPr>
        <p:spPr>
          <a:xfrm>
            <a:off x="713225" y="3870728"/>
            <a:ext cx="2426100" cy="538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225" name="Google Shape;1225;p125"/>
          <p:cNvSpPr txBox="1"/>
          <p:nvPr>
            <p:ph idx="3" type="subTitle"/>
          </p:nvPr>
        </p:nvSpPr>
        <p:spPr>
          <a:xfrm>
            <a:off x="3359125" y="3870725"/>
            <a:ext cx="2426100" cy="538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226" name="Google Shape;1226;p125"/>
          <p:cNvSpPr txBox="1"/>
          <p:nvPr>
            <p:ph idx="4" type="subTitle"/>
          </p:nvPr>
        </p:nvSpPr>
        <p:spPr>
          <a:xfrm>
            <a:off x="3359125" y="2018025"/>
            <a:ext cx="2426100" cy="538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227" name="Google Shape;1227;p125"/>
          <p:cNvSpPr txBox="1"/>
          <p:nvPr>
            <p:ph hasCustomPrompt="1" idx="5" type="title"/>
          </p:nvPr>
        </p:nvSpPr>
        <p:spPr>
          <a:xfrm>
            <a:off x="713225" y="1141288"/>
            <a:ext cx="656100" cy="4380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28" name="Google Shape;1228;p125"/>
          <p:cNvSpPr txBox="1"/>
          <p:nvPr>
            <p:ph hasCustomPrompt="1" idx="6" type="title"/>
          </p:nvPr>
        </p:nvSpPr>
        <p:spPr>
          <a:xfrm>
            <a:off x="3359125" y="2994063"/>
            <a:ext cx="656100" cy="438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29" name="Google Shape;1229;p125"/>
          <p:cNvSpPr txBox="1"/>
          <p:nvPr>
            <p:ph hasCustomPrompt="1" idx="7" type="title"/>
          </p:nvPr>
        </p:nvSpPr>
        <p:spPr>
          <a:xfrm>
            <a:off x="713225" y="2994063"/>
            <a:ext cx="656100" cy="438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30" name="Google Shape;1230;p125"/>
          <p:cNvSpPr txBox="1"/>
          <p:nvPr>
            <p:ph hasCustomPrompt="1" idx="8" type="title"/>
          </p:nvPr>
        </p:nvSpPr>
        <p:spPr>
          <a:xfrm>
            <a:off x="3359125" y="1142055"/>
            <a:ext cx="656100" cy="4380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31" name="Google Shape;1231;p125"/>
          <p:cNvSpPr txBox="1"/>
          <p:nvPr>
            <p:ph idx="9" type="subTitle"/>
          </p:nvPr>
        </p:nvSpPr>
        <p:spPr>
          <a:xfrm>
            <a:off x="5997638" y="3870725"/>
            <a:ext cx="2426100" cy="538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232" name="Google Shape;1232;p125"/>
          <p:cNvSpPr txBox="1"/>
          <p:nvPr>
            <p:ph idx="13" type="subTitle"/>
          </p:nvPr>
        </p:nvSpPr>
        <p:spPr>
          <a:xfrm>
            <a:off x="5997638" y="2018025"/>
            <a:ext cx="2426100" cy="538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233" name="Google Shape;1233;p125"/>
          <p:cNvSpPr txBox="1"/>
          <p:nvPr>
            <p:ph hasCustomPrompt="1" idx="14" type="title"/>
          </p:nvPr>
        </p:nvSpPr>
        <p:spPr>
          <a:xfrm>
            <a:off x="5997638" y="2994063"/>
            <a:ext cx="656100" cy="438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34" name="Google Shape;1234;p125"/>
          <p:cNvSpPr txBox="1"/>
          <p:nvPr>
            <p:ph hasCustomPrompt="1" idx="15" type="title"/>
          </p:nvPr>
        </p:nvSpPr>
        <p:spPr>
          <a:xfrm>
            <a:off x="5997638" y="1142055"/>
            <a:ext cx="656100" cy="4380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35" name="Google Shape;1235;p125"/>
          <p:cNvSpPr txBox="1"/>
          <p:nvPr>
            <p:ph idx="16" type="subTitle"/>
          </p:nvPr>
        </p:nvSpPr>
        <p:spPr>
          <a:xfrm>
            <a:off x="713225" y="1594575"/>
            <a:ext cx="2423100" cy="4389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latin typeface="Quicksand"/>
                <a:ea typeface="Quicksand"/>
                <a:cs typeface="Quicksand"/>
                <a:sym typeface="Quicksa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236" name="Google Shape;1236;p125"/>
          <p:cNvSpPr txBox="1"/>
          <p:nvPr>
            <p:ph idx="17" type="subTitle"/>
          </p:nvPr>
        </p:nvSpPr>
        <p:spPr>
          <a:xfrm>
            <a:off x="713225" y="3447136"/>
            <a:ext cx="2423100" cy="4284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latin typeface="Quicksand"/>
                <a:ea typeface="Quicksand"/>
                <a:cs typeface="Quicksand"/>
                <a:sym typeface="Quicksa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237" name="Google Shape;1237;p125"/>
          <p:cNvSpPr txBox="1"/>
          <p:nvPr>
            <p:ph idx="18" type="subTitle"/>
          </p:nvPr>
        </p:nvSpPr>
        <p:spPr>
          <a:xfrm>
            <a:off x="3359125" y="3447125"/>
            <a:ext cx="2423100" cy="4284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latin typeface="Quicksand"/>
                <a:ea typeface="Quicksand"/>
                <a:cs typeface="Quicksand"/>
                <a:sym typeface="Quicksa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238" name="Google Shape;1238;p125"/>
          <p:cNvSpPr txBox="1"/>
          <p:nvPr>
            <p:ph idx="19" type="subTitle"/>
          </p:nvPr>
        </p:nvSpPr>
        <p:spPr>
          <a:xfrm>
            <a:off x="3359125" y="1594575"/>
            <a:ext cx="2423100" cy="4389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latin typeface="Quicksand"/>
                <a:ea typeface="Quicksand"/>
                <a:cs typeface="Quicksand"/>
                <a:sym typeface="Quicksa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239" name="Google Shape;1239;p125"/>
          <p:cNvSpPr txBox="1"/>
          <p:nvPr>
            <p:ph idx="20" type="subTitle"/>
          </p:nvPr>
        </p:nvSpPr>
        <p:spPr>
          <a:xfrm>
            <a:off x="5997638" y="3447125"/>
            <a:ext cx="2423100" cy="4284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latin typeface="Quicksand"/>
                <a:ea typeface="Quicksand"/>
                <a:cs typeface="Quicksand"/>
                <a:sym typeface="Quicksa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240" name="Google Shape;1240;p125"/>
          <p:cNvSpPr txBox="1"/>
          <p:nvPr>
            <p:ph idx="21" type="subTitle"/>
          </p:nvPr>
        </p:nvSpPr>
        <p:spPr>
          <a:xfrm>
            <a:off x="5997638" y="1594575"/>
            <a:ext cx="2423100" cy="4389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latin typeface="Quicksand"/>
                <a:ea typeface="Quicksand"/>
                <a:cs typeface="Quicksand"/>
                <a:sym typeface="Quicksa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cxnSp>
        <p:nvCxnSpPr>
          <p:cNvPr id="1241" name="Google Shape;1241;p125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242" name="Google Shape;1242;p125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43" name="Google Shape;1243;p125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244" name="Google Shape;1244;p125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245" name="Google Shape;1245;p125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None/>
              <a:defRPr>
                <a:solidFill>
                  <a:schemeClr val="dk2"/>
                </a:solidFill>
              </a:defRPr>
            </a:lvl1pPr>
            <a:lvl2pPr lvl="1" algn="ctr">
              <a:buNone/>
              <a:defRPr>
                <a:solidFill>
                  <a:schemeClr val="dk2"/>
                </a:solidFill>
              </a:defRPr>
            </a:lvl2pPr>
            <a:lvl3pPr lvl="2" algn="ctr">
              <a:buNone/>
              <a:defRPr>
                <a:solidFill>
                  <a:schemeClr val="dk2"/>
                </a:solidFill>
              </a:defRPr>
            </a:lvl3pPr>
            <a:lvl4pPr lvl="3" algn="ctr">
              <a:buNone/>
              <a:defRPr>
                <a:solidFill>
                  <a:schemeClr val="dk2"/>
                </a:solidFill>
              </a:defRPr>
            </a:lvl4pPr>
            <a:lvl5pPr lvl="4" algn="ctr">
              <a:buNone/>
              <a:defRPr>
                <a:solidFill>
                  <a:schemeClr val="dk2"/>
                </a:solidFill>
              </a:defRPr>
            </a:lvl5pPr>
            <a:lvl6pPr lvl="5" algn="ctr">
              <a:buNone/>
              <a:defRPr>
                <a:solidFill>
                  <a:schemeClr val="dk2"/>
                </a:solidFill>
              </a:defRPr>
            </a:lvl6pPr>
            <a:lvl7pPr lvl="6" algn="ctr">
              <a:buNone/>
              <a:defRPr>
                <a:solidFill>
                  <a:schemeClr val="dk2"/>
                </a:solidFill>
              </a:defRPr>
            </a:lvl7pPr>
            <a:lvl8pPr lvl="7" algn="ctr">
              <a:buNone/>
              <a:defRPr>
                <a:solidFill>
                  <a:schemeClr val="dk2"/>
                </a:solidFill>
              </a:defRPr>
            </a:lvl8pPr>
            <a:lvl9pPr lvl="8" algn="ctr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246" name="Google Shape;1246;p125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1247" name="Shape 1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8" name="Google Shape;1248;p126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49" name="Google Shape;1249;p126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250" name="Google Shape;1250;p126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51" name="Google Shape;1251;p126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252" name="Google Shape;1252;p126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253" name="Google Shape;1253;p126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None/>
              <a:defRPr>
                <a:solidFill>
                  <a:schemeClr val="dk2"/>
                </a:solidFill>
              </a:defRPr>
            </a:lvl1pPr>
            <a:lvl2pPr lvl="1" algn="ctr">
              <a:buNone/>
              <a:defRPr>
                <a:solidFill>
                  <a:schemeClr val="dk2"/>
                </a:solidFill>
              </a:defRPr>
            </a:lvl2pPr>
            <a:lvl3pPr lvl="2" algn="ctr">
              <a:buNone/>
              <a:defRPr>
                <a:solidFill>
                  <a:schemeClr val="dk2"/>
                </a:solidFill>
              </a:defRPr>
            </a:lvl3pPr>
            <a:lvl4pPr lvl="3" algn="ctr">
              <a:buNone/>
              <a:defRPr>
                <a:solidFill>
                  <a:schemeClr val="dk2"/>
                </a:solidFill>
              </a:defRPr>
            </a:lvl4pPr>
            <a:lvl5pPr lvl="4" algn="ctr">
              <a:buNone/>
              <a:defRPr>
                <a:solidFill>
                  <a:schemeClr val="dk2"/>
                </a:solidFill>
              </a:defRPr>
            </a:lvl5pPr>
            <a:lvl6pPr lvl="5" algn="ctr">
              <a:buNone/>
              <a:defRPr>
                <a:solidFill>
                  <a:schemeClr val="dk2"/>
                </a:solidFill>
              </a:defRPr>
            </a:lvl6pPr>
            <a:lvl7pPr lvl="6" algn="ctr">
              <a:buNone/>
              <a:defRPr>
                <a:solidFill>
                  <a:schemeClr val="dk2"/>
                </a:solidFill>
              </a:defRPr>
            </a:lvl7pPr>
            <a:lvl8pPr lvl="7" algn="ctr">
              <a:buNone/>
              <a:defRPr>
                <a:solidFill>
                  <a:schemeClr val="dk2"/>
                </a:solidFill>
              </a:defRPr>
            </a:lvl8pPr>
            <a:lvl9pPr lvl="8" algn="ctr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254" name="Google Shape;1254;p126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1255" name="Google Shape;1255;p126"/>
          <p:cNvSpPr txBox="1"/>
          <p:nvPr>
            <p:ph type="title"/>
          </p:nvPr>
        </p:nvSpPr>
        <p:spPr>
          <a:xfrm>
            <a:off x="969900" y="3387600"/>
            <a:ext cx="7204200" cy="5319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256" name="Google Shape;1256;p126"/>
          <p:cNvSpPr txBox="1"/>
          <p:nvPr>
            <p:ph idx="1" type="subTitle"/>
          </p:nvPr>
        </p:nvSpPr>
        <p:spPr>
          <a:xfrm>
            <a:off x="969900" y="1312625"/>
            <a:ext cx="7204200" cy="147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9">
    <p:spTree>
      <p:nvGrpSpPr>
        <p:cNvPr id="1257" name="Shape 1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8" name="Google Shape;1258;p127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59" name="Google Shape;1259;p127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260" name="Google Shape;1260;p127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61" name="Google Shape;1261;p127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262" name="Google Shape;1262;p127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263" name="Google Shape;1263;p127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None/>
              <a:defRPr>
                <a:solidFill>
                  <a:schemeClr val="dk2"/>
                </a:solidFill>
              </a:defRPr>
            </a:lvl1pPr>
            <a:lvl2pPr lvl="1" algn="ctr">
              <a:buNone/>
              <a:defRPr>
                <a:solidFill>
                  <a:schemeClr val="dk2"/>
                </a:solidFill>
              </a:defRPr>
            </a:lvl2pPr>
            <a:lvl3pPr lvl="2" algn="ctr">
              <a:buNone/>
              <a:defRPr>
                <a:solidFill>
                  <a:schemeClr val="dk2"/>
                </a:solidFill>
              </a:defRPr>
            </a:lvl3pPr>
            <a:lvl4pPr lvl="3" algn="ctr">
              <a:buNone/>
              <a:defRPr>
                <a:solidFill>
                  <a:schemeClr val="dk2"/>
                </a:solidFill>
              </a:defRPr>
            </a:lvl4pPr>
            <a:lvl5pPr lvl="4" algn="ctr">
              <a:buNone/>
              <a:defRPr>
                <a:solidFill>
                  <a:schemeClr val="dk2"/>
                </a:solidFill>
              </a:defRPr>
            </a:lvl5pPr>
            <a:lvl6pPr lvl="5" algn="ctr">
              <a:buNone/>
              <a:defRPr>
                <a:solidFill>
                  <a:schemeClr val="dk2"/>
                </a:solidFill>
              </a:defRPr>
            </a:lvl6pPr>
            <a:lvl7pPr lvl="6" algn="ctr">
              <a:buNone/>
              <a:defRPr>
                <a:solidFill>
                  <a:schemeClr val="dk2"/>
                </a:solidFill>
              </a:defRPr>
            </a:lvl7pPr>
            <a:lvl8pPr lvl="7" algn="ctr">
              <a:buNone/>
              <a:defRPr>
                <a:solidFill>
                  <a:schemeClr val="dk2"/>
                </a:solidFill>
              </a:defRPr>
            </a:lvl8pPr>
            <a:lvl9pPr lvl="8" algn="ctr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264" name="Google Shape;1264;p127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1265" name="Google Shape;1265;p127"/>
          <p:cNvSpPr txBox="1"/>
          <p:nvPr>
            <p:ph type="title"/>
          </p:nvPr>
        </p:nvSpPr>
        <p:spPr>
          <a:xfrm>
            <a:off x="720000" y="1148563"/>
            <a:ext cx="3944700" cy="160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66" name="Google Shape;1266;p127"/>
          <p:cNvSpPr txBox="1"/>
          <p:nvPr>
            <p:ph idx="1" type="subTitle"/>
          </p:nvPr>
        </p:nvSpPr>
        <p:spPr>
          <a:xfrm>
            <a:off x="720000" y="2878638"/>
            <a:ext cx="3944700" cy="111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267" name="Google Shape;1267;p127"/>
          <p:cNvSpPr/>
          <p:nvPr>
            <p:ph idx="2" type="pic"/>
          </p:nvPr>
        </p:nvSpPr>
        <p:spPr>
          <a:xfrm>
            <a:off x="5149825" y="691038"/>
            <a:ext cx="3070800" cy="37614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">
    <p:spTree>
      <p:nvGrpSpPr>
        <p:cNvPr id="1268" name="Shape 1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" name="Google Shape;1269;p128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70" name="Google Shape;1270;p128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271" name="Google Shape;1271;p128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72" name="Google Shape;1272;p128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273" name="Google Shape;1273;p128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274" name="Google Shape;1274;p128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None/>
              <a:defRPr>
                <a:solidFill>
                  <a:schemeClr val="dk2"/>
                </a:solidFill>
              </a:defRPr>
            </a:lvl1pPr>
            <a:lvl2pPr lvl="1" algn="ctr">
              <a:buNone/>
              <a:defRPr>
                <a:solidFill>
                  <a:schemeClr val="dk2"/>
                </a:solidFill>
              </a:defRPr>
            </a:lvl2pPr>
            <a:lvl3pPr lvl="2" algn="ctr">
              <a:buNone/>
              <a:defRPr>
                <a:solidFill>
                  <a:schemeClr val="dk2"/>
                </a:solidFill>
              </a:defRPr>
            </a:lvl3pPr>
            <a:lvl4pPr lvl="3" algn="ctr">
              <a:buNone/>
              <a:defRPr>
                <a:solidFill>
                  <a:schemeClr val="dk2"/>
                </a:solidFill>
              </a:defRPr>
            </a:lvl4pPr>
            <a:lvl5pPr lvl="4" algn="ctr">
              <a:buNone/>
              <a:defRPr>
                <a:solidFill>
                  <a:schemeClr val="dk2"/>
                </a:solidFill>
              </a:defRPr>
            </a:lvl5pPr>
            <a:lvl6pPr lvl="5" algn="ctr">
              <a:buNone/>
              <a:defRPr>
                <a:solidFill>
                  <a:schemeClr val="dk2"/>
                </a:solidFill>
              </a:defRPr>
            </a:lvl6pPr>
            <a:lvl7pPr lvl="6" algn="ctr">
              <a:buNone/>
              <a:defRPr>
                <a:solidFill>
                  <a:schemeClr val="dk2"/>
                </a:solidFill>
              </a:defRPr>
            </a:lvl7pPr>
            <a:lvl8pPr lvl="7" algn="ctr">
              <a:buNone/>
              <a:defRPr>
                <a:solidFill>
                  <a:schemeClr val="dk2"/>
                </a:solidFill>
              </a:defRPr>
            </a:lvl8pPr>
            <a:lvl9pPr lvl="8" algn="ctr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275" name="Google Shape;1275;p128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1276" name="Google Shape;1276;p128"/>
          <p:cNvSpPr txBox="1"/>
          <p:nvPr>
            <p:ph type="title"/>
          </p:nvPr>
        </p:nvSpPr>
        <p:spPr>
          <a:xfrm>
            <a:off x="720000" y="1568400"/>
            <a:ext cx="2891400" cy="70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77" name="Google Shape;1277;p128"/>
          <p:cNvSpPr txBox="1"/>
          <p:nvPr>
            <p:ph idx="1" type="subTitle"/>
          </p:nvPr>
        </p:nvSpPr>
        <p:spPr>
          <a:xfrm>
            <a:off x="720000" y="2268888"/>
            <a:ext cx="2891400" cy="13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1278" name="Shape 1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9" name="Google Shape;1279;p129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80" name="Google Shape;1280;p129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281" name="Google Shape;1281;p129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82" name="Google Shape;1282;p129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283" name="Google Shape;1283;p129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284" name="Google Shape;1284;p129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None/>
              <a:defRPr>
                <a:solidFill>
                  <a:schemeClr val="dk2"/>
                </a:solidFill>
              </a:defRPr>
            </a:lvl1pPr>
            <a:lvl2pPr lvl="1" algn="ctr">
              <a:buNone/>
              <a:defRPr>
                <a:solidFill>
                  <a:schemeClr val="dk2"/>
                </a:solidFill>
              </a:defRPr>
            </a:lvl2pPr>
            <a:lvl3pPr lvl="2" algn="ctr">
              <a:buNone/>
              <a:defRPr>
                <a:solidFill>
                  <a:schemeClr val="dk2"/>
                </a:solidFill>
              </a:defRPr>
            </a:lvl3pPr>
            <a:lvl4pPr lvl="3" algn="ctr">
              <a:buNone/>
              <a:defRPr>
                <a:solidFill>
                  <a:schemeClr val="dk2"/>
                </a:solidFill>
              </a:defRPr>
            </a:lvl4pPr>
            <a:lvl5pPr lvl="4" algn="ctr">
              <a:buNone/>
              <a:defRPr>
                <a:solidFill>
                  <a:schemeClr val="dk2"/>
                </a:solidFill>
              </a:defRPr>
            </a:lvl5pPr>
            <a:lvl6pPr lvl="5" algn="ctr">
              <a:buNone/>
              <a:defRPr>
                <a:solidFill>
                  <a:schemeClr val="dk2"/>
                </a:solidFill>
              </a:defRPr>
            </a:lvl6pPr>
            <a:lvl7pPr lvl="6" algn="ctr">
              <a:buNone/>
              <a:defRPr>
                <a:solidFill>
                  <a:schemeClr val="dk2"/>
                </a:solidFill>
              </a:defRPr>
            </a:lvl7pPr>
            <a:lvl8pPr lvl="7" algn="ctr">
              <a:buNone/>
              <a:defRPr>
                <a:solidFill>
                  <a:schemeClr val="dk2"/>
                </a:solidFill>
              </a:defRPr>
            </a:lvl8pPr>
            <a:lvl9pPr lvl="8" algn="ctr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285" name="Google Shape;1285;p129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1286" name="Google Shape;1286;p12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87" name="Google Shape;1287;p129"/>
          <p:cNvSpPr txBox="1"/>
          <p:nvPr>
            <p:ph idx="1" type="subTitle"/>
          </p:nvPr>
        </p:nvSpPr>
        <p:spPr>
          <a:xfrm>
            <a:off x="937625" y="3071250"/>
            <a:ext cx="2175300" cy="86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288" name="Google Shape;1288;p129"/>
          <p:cNvSpPr txBox="1"/>
          <p:nvPr>
            <p:ph idx="2" type="subTitle"/>
          </p:nvPr>
        </p:nvSpPr>
        <p:spPr>
          <a:xfrm>
            <a:off x="3484346" y="3071250"/>
            <a:ext cx="2175300" cy="86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289" name="Google Shape;1289;p129"/>
          <p:cNvSpPr txBox="1"/>
          <p:nvPr>
            <p:ph idx="3" type="subTitle"/>
          </p:nvPr>
        </p:nvSpPr>
        <p:spPr>
          <a:xfrm>
            <a:off x="6031074" y="3071250"/>
            <a:ext cx="2175300" cy="86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290" name="Google Shape;1290;p129"/>
          <p:cNvSpPr txBox="1"/>
          <p:nvPr>
            <p:ph idx="4" type="subTitle"/>
          </p:nvPr>
        </p:nvSpPr>
        <p:spPr>
          <a:xfrm>
            <a:off x="937625" y="2690250"/>
            <a:ext cx="2175300" cy="3657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291" name="Google Shape;1291;p129"/>
          <p:cNvSpPr txBox="1"/>
          <p:nvPr>
            <p:ph idx="5" type="subTitle"/>
          </p:nvPr>
        </p:nvSpPr>
        <p:spPr>
          <a:xfrm>
            <a:off x="3484347" y="2690250"/>
            <a:ext cx="2175300" cy="3657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292" name="Google Shape;1292;p129"/>
          <p:cNvSpPr txBox="1"/>
          <p:nvPr>
            <p:ph idx="6" type="subTitle"/>
          </p:nvPr>
        </p:nvSpPr>
        <p:spPr>
          <a:xfrm>
            <a:off x="6031075" y="2690250"/>
            <a:ext cx="2175300" cy="3657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6_1">
    <p:spTree>
      <p:nvGrpSpPr>
        <p:cNvPr id="1293" name="Shape 1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4" name="Google Shape;1294;p130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95" name="Google Shape;1295;p130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296" name="Google Shape;1296;p130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97" name="Google Shape;1297;p130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298" name="Google Shape;1298;p130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299" name="Google Shape;1299;p130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None/>
              <a:defRPr>
                <a:solidFill>
                  <a:schemeClr val="dk2"/>
                </a:solidFill>
              </a:defRPr>
            </a:lvl1pPr>
            <a:lvl2pPr lvl="1" algn="ctr">
              <a:buNone/>
              <a:defRPr>
                <a:solidFill>
                  <a:schemeClr val="dk2"/>
                </a:solidFill>
              </a:defRPr>
            </a:lvl2pPr>
            <a:lvl3pPr lvl="2" algn="ctr">
              <a:buNone/>
              <a:defRPr>
                <a:solidFill>
                  <a:schemeClr val="dk2"/>
                </a:solidFill>
              </a:defRPr>
            </a:lvl3pPr>
            <a:lvl4pPr lvl="3" algn="ctr">
              <a:buNone/>
              <a:defRPr>
                <a:solidFill>
                  <a:schemeClr val="dk2"/>
                </a:solidFill>
              </a:defRPr>
            </a:lvl4pPr>
            <a:lvl5pPr lvl="4" algn="ctr">
              <a:buNone/>
              <a:defRPr>
                <a:solidFill>
                  <a:schemeClr val="dk2"/>
                </a:solidFill>
              </a:defRPr>
            </a:lvl5pPr>
            <a:lvl6pPr lvl="5" algn="ctr">
              <a:buNone/>
              <a:defRPr>
                <a:solidFill>
                  <a:schemeClr val="dk2"/>
                </a:solidFill>
              </a:defRPr>
            </a:lvl6pPr>
            <a:lvl7pPr lvl="6" algn="ctr">
              <a:buNone/>
              <a:defRPr>
                <a:solidFill>
                  <a:schemeClr val="dk2"/>
                </a:solidFill>
              </a:defRPr>
            </a:lvl7pPr>
            <a:lvl8pPr lvl="7" algn="ctr">
              <a:buNone/>
              <a:defRPr>
                <a:solidFill>
                  <a:schemeClr val="dk2"/>
                </a:solidFill>
              </a:defRPr>
            </a:lvl8pPr>
            <a:lvl9pPr lvl="8" algn="ctr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300" name="Google Shape;1300;p130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1301" name="Google Shape;1301;p13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302" name="Google Shape;1302;p130"/>
          <p:cNvSpPr txBox="1"/>
          <p:nvPr>
            <p:ph idx="1" type="subTitle"/>
          </p:nvPr>
        </p:nvSpPr>
        <p:spPr>
          <a:xfrm>
            <a:off x="720025" y="1610942"/>
            <a:ext cx="7704000" cy="53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03" name="Google Shape;1303;p130"/>
          <p:cNvSpPr txBox="1"/>
          <p:nvPr>
            <p:ph idx="2" type="subTitle"/>
          </p:nvPr>
        </p:nvSpPr>
        <p:spPr>
          <a:xfrm>
            <a:off x="720025" y="2731125"/>
            <a:ext cx="77040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04" name="Google Shape;1304;p130"/>
          <p:cNvSpPr txBox="1"/>
          <p:nvPr>
            <p:ph idx="3" type="subTitle"/>
          </p:nvPr>
        </p:nvSpPr>
        <p:spPr>
          <a:xfrm>
            <a:off x="720025" y="3851625"/>
            <a:ext cx="77040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05" name="Google Shape;1305;p130"/>
          <p:cNvSpPr txBox="1"/>
          <p:nvPr>
            <p:ph idx="4" type="subTitle"/>
          </p:nvPr>
        </p:nvSpPr>
        <p:spPr>
          <a:xfrm>
            <a:off x="720025" y="1241274"/>
            <a:ext cx="7704000" cy="3936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306" name="Google Shape;1306;p130"/>
          <p:cNvSpPr txBox="1"/>
          <p:nvPr>
            <p:ph idx="5" type="subTitle"/>
          </p:nvPr>
        </p:nvSpPr>
        <p:spPr>
          <a:xfrm>
            <a:off x="720025" y="2350125"/>
            <a:ext cx="7704000" cy="3936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307" name="Google Shape;1307;p130"/>
          <p:cNvSpPr txBox="1"/>
          <p:nvPr>
            <p:ph idx="6" type="subTitle"/>
          </p:nvPr>
        </p:nvSpPr>
        <p:spPr>
          <a:xfrm>
            <a:off x="720025" y="3470625"/>
            <a:ext cx="7704000" cy="3936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2">
  <p:cSld name="CUSTOM_6_1_1">
    <p:spTree>
      <p:nvGrpSpPr>
        <p:cNvPr id="1308" name="Shape 1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9" name="Google Shape;1309;p131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10" name="Google Shape;1310;p131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311" name="Google Shape;1311;p131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12" name="Google Shape;1312;p131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313" name="Google Shape;1313;p131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314" name="Google Shape;1314;p131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None/>
              <a:defRPr>
                <a:solidFill>
                  <a:schemeClr val="dk2"/>
                </a:solidFill>
              </a:defRPr>
            </a:lvl1pPr>
            <a:lvl2pPr lvl="1" algn="ctr">
              <a:buNone/>
              <a:defRPr>
                <a:solidFill>
                  <a:schemeClr val="dk2"/>
                </a:solidFill>
              </a:defRPr>
            </a:lvl2pPr>
            <a:lvl3pPr lvl="2" algn="ctr">
              <a:buNone/>
              <a:defRPr>
                <a:solidFill>
                  <a:schemeClr val="dk2"/>
                </a:solidFill>
              </a:defRPr>
            </a:lvl3pPr>
            <a:lvl4pPr lvl="3" algn="ctr">
              <a:buNone/>
              <a:defRPr>
                <a:solidFill>
                  <a:schemeClr val="dk2"/>
                </a:solidFill>
              </a:defRPr>
            </a:lvl4pPr>
            <a:lvl5pPr lvl="4" algn="ctr">
              <a:buNone/>
              <a:defRPr>
                <a:solidFill>
                  <a:schemeClr val="dk2"/>
                </a:solidFill>
              </a:defRPr>
            </a:lvl5pPr>
            <a:lvl6pPr lvl="5" algn="ctr">
              <a:buNone/>
              <a:defRPr>
                <a:solidFill>
                  <a:schemeClr val="dk2"/>
                </a:solidFill>
              </a:defRPr>
            </a:lvl6pPr>
            <a:lvl7pPr lvl="6" algn="ctr">
              <a:buNone/>
              <a:defRPr>
                <a:solidFill>
                  <a:schemeClr val="dk2"/>
                </a:solidFill>
              </a:defRPr>
            </a:lvl7pPr>
            <a:lvl8pPr lvl="7" algn="ctr">
              <a:buNone/>
              <a:defRPr>
                <a:solidFill>
                  <a:schemeClr val="dk2"/>
                </a:solidFill>
              </a:defRPr>
            </a:lvl8pPr>
            <a:lvl9pPr lvl="8" algn="ctr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315" name="Google Shape;1315;p131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1316" name="Google Shape;1316;p13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317" name="Google Shape;1317;p131"/>
          <p:cNvSpPr txBox="1"/>
          <p:nvPr>
            <p:ph idx="1" type="subTitle"/>
          </p:nvPr>
        </p:nvSpPr>
        <p:spPr>
          <a:xfrm>
            <a:off x="1381625" y="1718025"/>
            <a:ext cx="70425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18" name="Google Shape;1318;p131"/>
          <p:cNvSpPr txBox="1"/>
          <p:nvPr>
            <p:ph idx="2" type="subTitle"/>
          </p:nvPr>
        </p:nvSpPr>
        <p:spPr>
          <a:xfrm>
            <a:off x="1381635" y="2861025"/>
            <a:ext cx="70425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19" name="Google Shape;1319;p131"/>
          <p:cNvSpPr txBox="1"/>
          <p:nvPr>
            <p:ph idx="3" type="subTitle"/>
          </p:nvPr>
        </p:nvSpPr>
        <p:spPr>
          <a:xfrm>
            <a:off x="1381635" y="4004025"/>
            <a:ext cx="70425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20" name="Google Shape;1320;p131"/>
          <p:cNvSpPr txBox="1"/>
          <p:nvPr>
            <p:ph idx="4" type="subTitle"/>
          </p:nvPr>
        </p:nvSpPr>
        <p:spPr>
          <a:xfrm>
            <a:off x="1381625" y="1406025"/>
            <a:ext cx="7042500" cy="3336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321" name="Google Shape;1321;p131"/>
          <p:cNvSpPr txBox="1"/>
          <p:nvPr>
            <p:ph idx="5" type="subTitle"/>
          </p:nvPr>
        </p:nvSpPr>
        <p:spPr>
          <a:xfrm>
            <a:off x="1381625" y="2526575"/>
            <a:ext cx="7042500" cy="3336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322" name="Google Shape;1322;p131"/>
          <p:cNvSpPr txBox="1"/>
          <p:nvPr>
            <p:ph idx="6" type="subTitle"/>
          </p:nvPr>
        </p:nvSpPr>
        <p:spPr>
          <a:xfrm>
            <a:off x="1381625" y="3647125"/>
            <a:ext cx="7042500" cy="3336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1323" name="Shape 1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4" name="Google Shape;1324;p132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25" name="Google Shape;1325;p132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326" name="Google Shape;1326;p132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27" name="Google Shape;1327;p132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328" name="Google Shape;1328;p132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329" name="Google Shape;1329;p132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None/>
              <a:defRPr>
                <a:solidFill>
                  <a:schemeClr val="dk2"/>
                </a:solidFill>
              </a:defRPr>
            </a:lvl1pPr>
            <a:lvl2pPr lvl="1" algn="ctr">
              <a:buNone/>
              <a:defRPr>
                <a:solidFill>
                  <a:schemeClr val="dk2"/>
                </a:solidFill>
              </a:defRPr>
            </a:lvl2pPr>
            <a:lvl3pPr lvl="2" algn="ctr">
              <a:buNone/>
              <a:defRPr>
                <a:solidFill>
                  <a:schemeClr val="dk2"/>
                </a:solidFill>
              </a:defRPr>
            </a:lvl3pPr>
            <a:lvl4pPr lvl="3" algn="ctr">
              <a:buNone/>
              <a:defRPr>
                <a:solidFill>
                  <a:schemeClr val="dk2"/>
                </a:solidFill>
              </a:defRPr>
            </a:lvl4pPr>
            <a:lvl5pPr lvl="4" algn="ctr">
              <a:buNone/>
              <a:defRPr>
                <a:solidFill>
                  <a:schemeClr val="dk2"/>
                </a:solidFill>
              </a:defRPr>
            </a:lvl5pPr>
            <a:lvl6pPr lvl="5" algn="ctr">
              <a:buNone/>
              <a:defRPr>
                <a:solidFill>
                  <a:schemeClr val="dk2"/>
                </a:solidFill>
              </a:defRPr>
            </a:lvl6pPr>
            <a:lvl7pPr lvl="6" algn="ctr">
              <a:buNone/>
              <a:defRPr>
                <a:solidFill>
                  <a:schemeClr val="dk2"/>
                </a:solidFill>
              </a:defRPr>
            </a:lvl7pPr>
            <a:lvl8pPr lvl="7" algn="ctr">
              <a:buNone/>
              <a:defRPr>
                <a:solidFill>
                  <a:schemeClr val="dk2"/>
                </a:solidFill>
              </a:defRPr>
            </a:lvl8pPr>
            <a:lvl9pPr lvl="8" algn="ctr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330" name="Google Shape;1330;p132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1331" name="Google Shape;1331;p13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332" name="Google Shape;1332;p132"/>
          <p:cNvSpPr txBox="1"/>
          <p:nvPr>
            <p:ph idx="1" type="subTitle"/>
          </p:nvPr>
        </p:nvSpPr>
        <p:spPr>
          <a:xfrm>
            <a:off x="1545775" y="1975263"/>
            <a:ext cx="2556900" cy="9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33" name="Google Shape;1333;p132"/>
          <p:cNvSpPr txBox="1"/>
          <p:nvPr>
            <p:ph idx="2" type="subTitle"/>
          </p:nvPr>
        </p:nvSpPr>
        <p:spPr>
          <a:xfrm>
            <a:off x="5041325" y="1975263"/>
            <a:ext cx="2556900" cy="9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34" name="Google Shape;1334;p132"/>
          <p:cNvSpPr txBox="1"/>
          <p:nvPr>
            <p:ph idx="3" type="subTitle"/>
          </p:nvPr>
        </p:nvSpPr>
        <p:spPr>
          <a:xfrm>
            <a:off x="1545775" y="3691500"/>
            <a:ext cx="2556900" cy="9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35" name="Google Shape;1335;p132"/>
          <p:cNvSpPr txBox="1"/>
          <p:nvPr>
            <p:ph idx="4" type="subTitle"/>
          </p:nvPr>
        </p:nvSpPr>
        <p:spPr>
          <a:xfrm>
            <a:off x="5041325" y="3691500"/>
            <a:ext cx="2556900" cy="9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36" name="Google Shape;1336;p132"/>
          <p:cNvSpPr txBox="1"/>
          <p:nvPr>
            <p:ph idx="5" type="subTitle"/>
          </p:nvPr>
        </p:nvSpPr>
        <p:spPr>
          <a:xfrm>
            <a:off x="1545775" y="1670463"/>
            <a:ext cx="2556900" cy="3549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337" name="Google Shape;1337;p132"/>
          <p:cNvSpPr txBox="1"/>
          <p:nvPr>
            <p:ph idx="6" type="subTitle"/>
          </p:nvPr>
        </p:nvSpPr>
        <p:spPr>
          <a:xfrm>
            <a:off x="5041325" y="1670463"/>
            <a:ext cx="2556900" cy="3549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338" name="Google Shape;1338;p132"/>
          <p:cNvSpPr txBox="1"/>
          <p:nvPr>
            <p:ph idx="7" type="subTitle"/>
          </p:nvPr>
        </p:nvSpPr>
        <p:spPr>
          <a:xfrm>
            <a:off x="1545775" y="3386700"/>
            <a:ext cx="2556900" cy="3549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339" name="Google Shape;1339;p132"/>
          <p:cNvSpPr txBox="1"/>
          <p:nvPr>
            <p:ph idx="8" type="subTitle"/>
          </p:nvPr>
        </p:nvSpPr>
        <p:spPr>
          <a:xfrm>
            <a:off x="5041325" y="3386700"/>
            <a:ext cx="2556900" cy="3549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_1">
    <p:spTree>
      <p:nvGrpSpPr>
        <p:cNvPr id="1340" name="Shape 1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" name="Google Shape;1341;p133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42" name="Google Shape;1342;p133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343" name="Google Shape;1343;p133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44" name="Google Shape;1344;p133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345" name="Google Shape;1345;p133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346" name="Google Shape;1346;p133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None/>
              <a:defRPr>
                <a:solidFill>
                  <a:schemeClr val="dk2"/>
                </a:solidFill>
              </a:defRPr>
            </a:lvl1pPr>
            <a:lvl2pPr lvl="1" algn="ctr">
              <a:buNone/>
              <a:defRPr>
                <a:solidFill>
                  <a:schemeClr val="dk2"/>
                </a:solidFill>
              </a:defRPr>
            </a:lvl2pPr>
            <a:lvl3pPr lvl="2" algn="ctr">
              <a:buNone/>
              <a:defRPr>
                <a:solidFill>
                  <a:schemeClr val="dk2"/>
                </a:solidFill>
              </a:defRPr>
            </a:lvl3pPr>
            <a:lvl4pPr lvl="3" algn="ctr">
              <a:buNone/>
              <a:defRPr>
                <a:solidFill>
                  <a:schemeClr val="dk2"/>
                </a:solidFill>
              </a:defRPr>
            </a:lvl4pPr>
            <a:lvl5pPr lvl="4" algn="ctr">
              <a:buNone/>
              <a:defRPr>
                <a:solidFill>
                  <a:schemeClr val="dk2"/>
                </a:solidFill>
              </a:defRPr>
            </a:lvl5pPr>
            <a:lvl6pPr lvl="5" algn="ctr">
              <a:buNone/>
              <a:defRPr>
                <a:solidFill>
                  <a:schemeClr val="dk2"/>
                </a:solidFill>
              </a:defRPr>
            </a:lvl6pPr>
            <a:lvl7pPr lvl="6" algn="ctr">
              <a:buNone/>
              <a:defRPr>
                <a:solidFill>
                  <a:schemeClr val="dk2"/>
                </a:solidFill>
              </a:defRPr>
            </a:lvl7pPr>
            <a:lvl8pPr lvl="7" algn="ctr">
              <a:buNone/>
              <a:defRPr>
                <a:solidFill>
                  <a:schemeClr val="dk2"/>
                </a:solidFill>
              </a:defRPr>
            </a:lvl8pPr>
            <a:lvl9pPr lvl="8" algn="ctr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347" name="Google Shape;1347;p133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1348" name="Google Shape;1348;p13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349" name="Google Shape;1349;p133"/>
          <p:cNvSpPr txBox="1"/>
          <p:nvPr>
            <p:ph idx="1" type="subTitle"/>
          </p:nvPr>
        </p:nvSpPr>
        <p:spPr>
          <a:xfrm>
            <a:off x="903950" y="2149201"/>
            <a:ext cx="21912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50" name="Google Shape;1350;p133"/>
          <p:cNvSpPr txBox="1"/>
          <p:nvPr>
            <p:ph idx="2" type="subTitle"/>
          </p:nvPr>
        </p:nvSpPr>
        <p:spPr>
          <a:xfrm>
            <a:off x="3478550" y="2149201"/>
            <a:ext cx="21825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51" name="Google Shape;1351;p133"/>
          <p:cNvSpPr txBox="1"/>
          <p:nvPr>
            <p:ph idx="3" type="subTitle"/>
          </p:nvPr>
        </p:nvSpPr>
        <p:spPr>
          <a:xfrm>
            <a:off x="903950" y="3579425"/>
            <a:ext cx="21912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52" name="Google Shape;1352;p133"/>
          <p:cNvSpPr txBox="1"/>
          <p:nvPr>
            <p:ph idx="4" type="subTitle"/>
          </p:nvPr>
        </p:nvSpPr>
        <p:spPr>
          <a:xfrm>
            <a:off x="3478550" y="3579425"/>
            <a:ext cx="21825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53" name="Google Shape;1353;p133"/>
          <p:cNvSpPr txBox="1"/>
          <p:nvPr>
            <p:ph idx="5" type="subTitle"/>
          </p:nvPr>
        </p:nvSpPr>
        <p:spPr>
          <a:xfrm>
            <a:off x="6048850" y="2149201"/>
            <a:ext cx="21999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54" name="Google Shape;1354;p133"/>
          <p:cNvSpPr txBox="1"/>
          <p:nvPr>
            <p:ph idx="6" type="subTitle"/>
          </p:nvPr>
        </p:nvSpPr>
        <p:spPr>
          <a:xfrm>
            <a:off x="6048850" y="3579425"/>
            <a:ext cx="21999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55" name="Google Shape;1355;p133"/>
          <p:cNvSpPr txBox="1"/>
          <p:nvPr>
            <p:ph idx="7" type="subTitle"/>
          </p:nvPr>
        </p:nvSpPr>
        <p:spPr>
          <a:xfrm>
            <a:off x="908250" y="1656600"/>
            <a:ext cx="2182500" cy="4425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356" name="Google Shape;1356;p133"/>
          <p:cNvSpPr txBox="1"/>
          <p:nvPr>
            <p:ph idx="8" type="subTitle"/>
          </p:nvPr>
        </p:nvSpPr>
        <p:spPr>
          <a:xfrm>
            <a:off x="3482836" y="1656600"/>
            <a:ext cx="2173800" cy="4425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357" name="Google Shape;1357;p133"/>
          <p:cNvSpPr txBox="1"/>
          <p:nvPr>
            <p:ph idx="9" type="subTitle"/>
          </p:nvPr>
        </p:nvSpPr>
        <p:spPr>
          <a:xfrm>
            <a:off x="6053173" y="1656600"/>
            <a:ext cx="2191200" cy="4425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358" name="Google Shape;1358;p133"/>
          <p:cNvSpPr txBox="1"/>
          <p:nvPr>
            <p:ph idx="13" type="subTitle"/>
          </p:nvPr>
        </p:nvSpPr>
        <p:spPr>
          <a:xfrm>
            <a:off x="908250" y="3086800"/>
            <a:ext cx="2182500" cy="4425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359" name="Google Shape;1359;p133"/>
          <p:cNvSpPr txBox="1"/>
          <p:nvPr>
            <p:ph idx="14" type="subTitle"/>
          </p:nvPr>
        </p:nvSpPr>
        <p:spPr>
          <a:xfrm>
            <a:off x="3482836" y="3086800"/>
            <a:ext cx="2173800" cy="4425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360" name="Google Shape;1360;p133"/>
          <p:cNvSpPr txBox="1"/>
          <p:nvPr>
            <p:ph idx="15" type="subTitle"/>
          </p:nvPr>
        </p:nvSpPr>
        <p:spPr>
          <a:xfrm>
            <a:off x="6053173" y="3086800"/>
            <a:ext cx="2191200" cy="4425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_1">
    <p:spTree>
      <p:nvGrpSpPr>
        <p:cNvPr id="1361" name="Shape 1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2" name="Google Shape;1362;p134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63" name="Google Shape;1363;p134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364" name="Google Shape;1364;p134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65" name="Google Shape;1365;p134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366" name="Google Shape;1366;p134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367" name="Google Shape;1367;p134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None/>
              <a:defRPr>
                <a:solidFill>
                  <a:schemeClr val="dk2"/>
                </a:solidFill>
              </a:defRPr>
            </a:lvl1pPr>
            <a:lvl2pPr lvl="1" algn="ctr">
              <a:buNone/>
              <a:defRPr>
                <a:solidFill>
                  <a:schemeClr val="dk2"/>
                </a:solidFill>
              </a:defRPr>
            </a:lvl2pPr>
            <a:lvl3pPr lvl="2" algn="ctr">
              <a:buNone/>
              <a:defRPr>
                <a:solidFill>
                  <a:schemeClr val="dk2"/>
                </a:solidFill>
              </a:defRPr>
            </a:lvl3pPr>
            <a:lvl4pPr lvl="3" algn="ctr">
              <a:buNone/>
              <a:defRPr>
                <a:solidFill>
                  <a:schemeClr val="dk2"/>
                </a:solidFill>
              </a:defRPr>
            </a:lvl4pPr>
            <a:lvl5pPr lvl="4" algn="ctr">
              <a:buNone/>
              <a:defRPr>
                <a:solidFill>
                  <a:schemeClr val="dk2"/>
                </a:solidFill>
              </a:defRPr>
            </a:lvl5pPr>
            <a:lvl6pPr lvl="5" algn="ctr">
              <a:buNone/>
              <a:defRPr>
                <a:solidFill>
                  <a:schemeClr val="dk2"/>
                </a:solidFill>
              </a:defRPr>
            </a:lvl6pPr>
            <a:lvl7pPr lvl="6" algn="ctr">
              <a:buNone/>
              <a:defRPr>
                <a:solidFill>
                  <a:schemeClr val="dk2"/>
                </a:solidFill>
              </a:defRPr>
            </a:lvl7pPr>
            <a:lvl8pPr lvl="7" algn="ctr">
              <a:buNone/>
              <a:defRPr>
                <a:solidFill>
                  <a:schemeClr val="dk2"/>
                </a:solidFill>
              </a:defRPr>
            </a:lvl8pPr>
            <a:lvl9pPr lvl="8" algn="ctr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368" name="Google Shape;1368;p134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1369" name="Google Shape;1369;p134"/>
          <p:cNvSpPr txBox="1"/>
          <p:nvPr>
            <p:ph hasCustomPrompt="1" type="title"/>
          </p:nvPr>
        </p:nvSpPr>
        <p:spPr>
          <a:xfrm>
            <a:off x="2223600" y="552112"/>
            <a:ext cx="4696800" cy="768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370" name="Google Shape;1370;p134"/>
          <p:cNvSpPr txBox="1"/>
          <p:nvPr>
            <p:ph idx="1" type="subTitle"/>
          </p:nvPr>
        </p:nvSpPr>
        <p:spPr>
          <a:xfrm>
            <a:off x="2223600" y="1364275"/>
            <a:ext cx="4696800" cy="4287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1371" name="Google Shape;1371;p134"/>
          <p:cNvSpPr txBox="1"/>
          <p:nvPr>
            <p:ph hasCustomPrompt="1" idx="2" type="title"/>
          </p:nvPr>
        </p:nvSpPr>
        <p:spPr>
          <a:xfrm>
            <a:off x="2223600" y="1904368"/>
            <a:ext cx="4696800" cy="768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372" name="Google Shape;1372;p134"/>
          <p:cNvSpPr txBox="1"/>
          <p:nvPr>
            <p:ph idx="3" type="subTitle"/>
          </p:nvPr>
        </p:nvSpPr>
        <p:spPr>
          <a:xfrm>
            <a:off x="2223600" y="2716527"/>
            <a:ext cx="4696800" cy="4467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1373" name="Google Shape;1373;p134"/>
          <p:cNvSpPr txBox="1"/>
          <p:nvPr>
            <p:ph hasCustomPrompt="1" idx="4" type="title"/>
          </p:nvPr>
        </p:nvSpPr>
        <p:spPr>
          <a:xfrm>
            <a:off x="2223600" y="3256624"/>
            <a:ext cx="4696800" cy="768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374" name="Google Shape;1374;p134"/>
          <p:cNvSpPr txBox="1"/>
          <p:nvPr>
            <p:ph idx="5" type="subTitle"/>
          </p:nvPr>
        </p:nvSpPr>
        <p:spPr>
          <a:xfrm>
            <a:off x="2223600" y="4068797"/>
            <a:ext cx="4696800" cy="4467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1375" name="Shape 1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6" name="Google Shape;1376;p135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7" name="Google Shape;1377;p135"/>
          <p:cNvSpPr txBox="1"/>
          <p:nvPr>
            <p:ph type="title"/>
          </p:nvPr>
        </p:nvSpPr>
        <p:spPr>
          <a:xfrm>
            <a:off x="2347938" y="540000"/>
            <a:ext cx="44481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75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378" name="Google Shape;1378;p135"/>
          <p:cNvSpPr txBox="1"/>
          <p:nvPr>
            <p:ph idx="1" type="subTitle"/>
          </p:nvPr>
        </p:nvSpPr>
        <p:spPr>
          <a:xfrm>
            <a:off x="2347900" y="1717825"/>
            <a:ext cx="4448100" cy="12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79" name="Google Shape;1379;p135"/>
          <p:cNvSpPr txBox="1"/>
          <p:nvPr/>
        </p:nvSpPr>
        <p:spPr>
          <a:xfrm>
            <a:off x="2099100" y="3611950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CREDITS: This presentation template was created by </a:t>
            </a:r>
            <a:r>
              <a:rPr b="1" lang="en-GB" sz="1200" u="sng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b="1" lang="en-GB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,</a:t>
            </a:r>
            <a:r>
              <a:rPr lang="en-GB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and includes icons by</a:t>
            </a:r>
            <a:r>
              <a:rPr b="1" lang="en-GB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b="1" lang="en-GB" sz="1200" u="sng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1" lang="en-GB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,</a:t>
            </a:r>
            <a:r>
              <a:rPr lang="en-GB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and infographics &amp; images by </a:t>
            </a:r>
            <a:r>
              <a:rPr b="1" lang="en-GB" sz="1200" u="sng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b="1" lang="en-GB" sz="1200" u="sng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endParaRPr b="1" sz="1200" u="sng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cxnSp>
        <p:nvCxnSpPr>
          <p:cNvPr id="1380" name="Google Shape;1380;p135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381" name="Google Shape;1381;p135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82" name="Google Shape;1382;p135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383" name="Google Shape;1383;p135"/>
          <p:cNvCxnSpPr/>
          <p:nvPr/>
        </p:nvCxnSpPr>
        <p:spPr>
          <a:xfrm flipH="1" rot="10800000">
            <a:off x="347659" y="4749851"/>
            <a:ext cx="8448600" cy="33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oval"/>
          </a:ln>
        </p:spPr>
      </p:cxn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7">
    <p:spTree>
      <p:nvGrpSpPr>
        <p:cNvPr id="1384" name="Shape 1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5" name="Google Shape;1385;p136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6" name="Google Shape;1386;p13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387" name="Google Shape;1387;p136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388" name="Google Shape;1388;p136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89" name="Google Shape;1389;p136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390" name="Google Shape;1390;p136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391" name="Google Shape;1391;p136"/>
          <p:cNvSpPr txBox="1"/>
          <p:nvPr>
            <p:ph idx="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None/>
              <a:defRPr>
                <a:solidFill>
                  <a:schemeClr val="lt1"/>
                </a:solidFill>
              </a:defRPr>
            </a:lvl1pPr>
            <a:lvl2pPr lvl="1" algn="ctr">
              <a:buNone/>
              <a:defRPr>
                <a:solidFill>
                  <a:schemeClr val="lt1"/>
                </a:solidFill>
              </a:defRPr>
            </a:lvl2pPr>
            <a:lvl3pPr lvl="2" algn="ctr">
              <a:buNone/>
              <a:defRPr>
                <a:solidFill>
                  <a:schemeClr val="lt1"/>
                </a:solidFill>
              </a:defRPr>
            </a:lvl3pPr>
            <a:lvl4pPr lvl="3" algn="ctr">
              <a:buNone/>
              <a:defRPr>
                <a:solidFill>
                  <a:schemeClr val="lt1"/>
                </a:solidFill>
              </a:defRPr>
            </a:lvl4pPr>
            <a:lvl5pPr lvl="4" algn="ctr">
              <a:buNone/>
              <a:defRPr>
                <a:solidFill>
                  <a:schemeClr val="lt1"/>
                </a:solidFill>
              </a:defRPr>
            </a:lvl5pPr>
            <a:lvl6pPr lvl="5" algn="ctr">
              <a:buNone/>
              <a:defRPr>
                <a:solidFill>
                  <a:schemeClr val="lt1"/>
                </a:solidFill>
              </a:defRPr>
            </a:lvl6pPr>
            <a:lvl7pPr lvl="6" algn="ctr">
              <a:buNone/>
              <a:defRPr>
                <a:solidFill>
                  <a:schemeClr val="lt1"/>
                </a:solidFill>
              </a:defRPr>
            </a:lvl7pPr>
            <a:lvl8pPr lvl="7" algn="ctr">
              <a:buNone/>
              <a:defRPr>
                <a:solidFill>
                  <a:schemeClr val="lt1"/>
                </a:solidFill>
              </a:defRPr>
            </a:lvl8pPr>
            <a:lvl9pPr lvl="8" algn="ctr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392" name="Google Shape;1392;p136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8">
    <p:spTree>
      <p:nvGrpSpPr>
        <p:cNvPr id="1393" name="Shape 1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4" name="Google Shape;1394;p13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5" name="Google Shape;1395;p137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96" name="Google Shape;1396;p137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397" name="Google Shape;1397;p137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98" name="Google Shape;1398;p137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399" name="Google Shape;1399;p137"/>
          <p:cNvCxnSpPr/>
          <p:nvPr/>
        </p:nvCxnSpPr>
        <p:spPr>
          <a:xfrm flipH="1" rot="10800000">
            <a:off x="347659" y="4749851"/>
            <a:ext cx="8448600" cy="33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oval"/>
          </a:ln>
        </p:spPr>
      </p:cxn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1"/>
        </a:solidFill>
      </p:bgPr>
    </p:bg>
    <p:spTree>
      <p:nvGrpSpPr>
        <p:cNvPr id="1404" name="Shape 1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5" name="Google Shape;1405;p139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6" name="Google Shape;1406;p139"/>
          <p:cNvSpPr txBox="1"/>
          <p:nvPr>
            <p:ph type="ctrTitle"/>
          </p:nvPr>
        </p:nvSpPr>
        <p:spPr>
          <a:xfrm>
            <a:off x="1609200" y="1424875"/>
            <a:ext cx="5925600" cy="20793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b="0" sz="7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407" name="Google Shape;1407;p139"/>
          <p:cNvSpPr txBox="1"/>
          <p:nvPr>
            <p:ph idx="1" type="subTitle"/>
          </p:nvPr>
        </p:nvSpPr>
        <p:spPr>
          <a:xfrm>
            <a:off x="1609200" y="3573775"/>
            <a:ext cx="5942700" cy="4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lt1"/>
        </a:solidFill>
      </p:bgPr>
    </p:bg>
    <p:spTree>
      <p:nvGrpSpPr>
        <p:cNvPr id="1408" name="Shape 1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9" name="Google Shape;1409;p140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0" name="Google Shape;1410;p140"/>
          <p:cNvSpPr txBox="1"/>
          <p:nvPr>
            <p:ph type="title"/>
          </p:nvPr>
        </p:nvSpPr>
        <p:spPr>
          <a:xfrm>
            <a:off x="3579950" y="1854500"/>
            <a:ext cx="36048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411" name="Google Shape;1411;p140"/>
          <p:cNvSpPr txBox="1"/>
          <p:nvPr>
            <p:ph hasCustomPrompt="1" idx="2" type="title"/>
          </p:nvPr>
        </p:nvSpPr>
        <p:spPr>
          <a:xfrm>
            <a:off x="1959250" y="1854500"/>
            <a:ext cx="11898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412" name="Google Shape;1412;p140"/>
          <p:cNvSpPr txBox="1"/>
          <p:nvPr>
            <p:ph idx="1" type="subTitle"/>
          </p:nvPr>
        </p:nvSpPr>
        <p:spPr>
          <a:xfrm>
            <a:off x="1959250" y="2939075"/>
            <a:ext cx="5225400" cy="446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1413" name="Google Shape;1413;p140"/>
          <p:cNvCxnSpPr/>
          <p:nvPr/>
        </p:nvCxnSpPr>
        <p:spPr>
          <a:xfrm rot="10800000">
            <a:off x="8761325" y="2079300"/>
            <a:ext cx="0" cy="9849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oval"/>
          </a:ln>
        </p:spPr>
      </p:cxnSp>
      <p:cxnSp>
        <p:nvCxnSpPr>
          <p:cNvPr id="1414" name="Google Shape;1414;p140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415" name="Google Shape;1415;p140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16" name="Google Shape;1416;p140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417" name="Google Shape;1417;p140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418" name="Google Shape;1418;p140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None/>
              <a:defRPr>
                <a:solidFill>
                  <a:schemeClr val="dk2"/>
                </a:solidFill>
              </a:defRPr>
            </a:lvl1pPr>
            <a:lvl2pPr lvl="1" algn="ctr">
              <a:buNone/>
              <a:defRPr>
                <a:solidFill>
                  <a:schemeClr val="dk2"/>
                </a:solidFill>
              </a:defRPr>
            </a:lvl2pPr>
            <a:lvl3pPr lvl="2" algn="ctr">
              <a:buNone/>
              <a:defRPr>
                <a:solidFill>
                  <a:schemeClr val="dk2"/>
                </a:solidFill>
              </a:defRPr>
            </a:lvl3pPr>
            <a:lvl4pPr lvl="3" algn="ctr">
              <a:buNone/>
              <a:defRPr>
                <a:solidFill>
                  <a:schemeClr val="dk2"/>
                </a:solidFill>
              </a:defRPr>
            </a:lvl4pPr>
            <a:lvl5pPr lvl="4" algn="ctr">
              <a:buNone/>
              <a:defRPr>
                <a:solidFill>
                  <a:schemeClr val="dk2"/>
                </a:solidFill>
              </a:defRPr>
            </a:lvl5pPr>
            <a:lvl6pPr lvl="5" algn="ctr">
              <a:buNone/>
              <a:defRPr>
                <a:solidFill>
                  <a:schemeClr val="dk2"/>
                </a:solidFill>
              </a:defRPr>
            </a:lvl6pPr>
            <a:lvl7pPr lvl="6" algn="ctr">
              <a:buNone/>
              <a:defRPr>
                <a:solidFill>
                  <a:schemeClr val="dk2"/>
                </a:solidFill>
              </a:defRPr>
            </a:lvl7pPr>
            <a:lvl8pPr lvl="7" algn="ctr">
              <a:buNone/>
              <a:defRPr>
                <a:solidFill>
                  <a:schemeClr val="dk2"/>
                </a:solidFill>
              </a:defRPr>
            </a:lvl8pPr>
            <a:lvl9pPr lvl="8" algn="ctr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419" name="Google Shape;1419;p140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420" name="Google Shape;1420;p140"/>
          <p:cNvCxnSpPr/>
          <p:nvPr/>
        </p:nvCxnSpPr>
        <p:spPr>
          <a:xfrm rot="10800000">
            <a:off x="394350" y="2079300"/>
            <a:ext cx="0" cy="9849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oval"/>
          </a:ln>
        </p:spPr>
      </p:cxn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421" name="Shape 1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2" name="Google Shape;1422;p141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23" name="Google Shape;1423;p141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424" name="Google Shape;1424;p141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25" name="Google Shape;1425;p141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426" name="Google Shape;1426;p141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427" name="Google Shape;1427;p141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None/>
              <a:defRPr>
                <a:solidFill>
                  <a:schemeClr val="dk2"/>
                </a:solidFill>
              </a:defRPr>
            </a:lvl1pPr>
            <a:lvl2pPr lvl="1" algn="ctr">
              <a:buNone/>
              <a:defRPr>
                <a:solidFill>
                  <a:schemeClr val="dk2"/>
                </a:solidFill>
              </a:defRPr>
            </a:lvl2pPr>
            <a:lvl3pPr lvl="2" algn="ctr">
              <a:buNone/>
              <a:defRPr>
                <a:solidFill>
                  <a:schemeClr val="dk2"/>
                </a:solidFill>
              </a:defRPr>
            </a:lvl3pPr>
            <a:lvl4pPr lvl="3" algn="ctr">
              <a:buNone/>
              <a:defRPr>
                <a:solidFill>
                  <a:schemeClr val="dk2"/>
                </a:solidFill>
              </a:defRPr>
            </a:lvl4pPr>
            <a:lvl5pPr lvl="4" algn="ctr">
              <a:buNone/>
              <a:defRPr>
                <a:solidFill>
                  <a:schemeClr val="dk2"/>
                </a:solidFill>
              </a:defRPr>
            </a:lvl5pPr>
            <a:lvl6pPr lvl="5" algn="ctr">
              <a:buNone/>
              <a:defRPr>
                <a:solidFill>
                  <a:schemeClr val="dk2"/>
                </a:solidFill>
              </a:defRPr>
            </a:lvl6pPr>
            <a:lvl7pPr lvl="6" algn="ctr">
              <a:buNone/>
              <a:defRPr>
                <a:solidFill>
                  <a:schemeClr val="dk2"/>
                </a:solidFill>
              </a:defRPr>
            </a:lvl7pPr>
            <a:lvl8pPr lvl="7" algn="ctr">
              <a:buNone/>
              <a:defRPr>
                <a:solidFill>
                  <a:schemeClr val="dk2"/>
                </a:solidFill>
              </a:defRPr>
            </a:lvl8pPr>
            <a:lvl9pPr lvl="8" algn="ctr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428" name="Google Shape;1428;p141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1429" name="Google Shape;1429;p14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430" name="Google Shape;1430;p141"/>
          <p:cNvSpPr txBox="1"/>
          <p:nvPr>
            <p:ph idx="1" type="body"/>
          </p:nvPr>
        </p:nvSpPr>
        <p:spPr>
          <a:xfrm>
            <a:off x="720000" y="1215750"/>
            <a:ext cx="7704000" cy="323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Nunito Ligh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C800"/>
              </a:buClr>
              <a:buSzPts val="1200"/>
              <a:buFont typeface="Nunito Light"/>
              <a:buChar char="■"/>
              <a:defRPr/>
            </a:lvl3pPr>
            <a:lvl4pPr indent="-3048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C800"/>
              </a:buClr>
              <a:buSzPts val="1200"/>
              <a:buFont typeface="Nunito Light"/>
              <a:buChar char="●"/>
              <a:defRPr/>
            </a:lvl4pPr>
            <a:lvl5pPr indent="-3048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○"/>
              <a:defRPr/>
            </a:lvl5pPr>
            <a:lvl6pPr indent="-3048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■"/>
              <a:defRPr/>
            </a:lvl6pPr>
            <a:lvl7pPr indent="-3048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●"/>
              <a:defRPr/>
            </a:lvl7pPr>
            <a:lvl8pPr indent="-3048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○"/>
              <a:defRPr/>
            </a:lvl8pPr>
            <a:lvl9pPr indent="-3048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2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431" name="Shape 1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2" name="Google Shape;1432;p142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33" name="Google Shape;1433;p142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434" name="Google Shape;1434;p142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35" name="Google Shape;1435;p142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436" name="Google Shape;1436;p142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437" name="Google Shape;1437;p142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None/>
              <a:defRPr>
                <a:solidFill>
                  <a:schemeClr val="dk2"/>
                </a:solidFill>
              </a:defRPr>
            </a:lvl1pPr>
            <a:lvl2pPr lvl="1" algn="ctr">
              <a:buNone/>
              <a:defRPr>
                <a:solidFill>
                  <a:schemeClr val="dk2"/>
                </a:solidFill>
              </a:defRPr>
            </a:lvl2pPr>
            <a:lvl3pPr lvl="2" algn="ctr">
              <a:buNone/>
              <a:defRPr>
                <a:solidFill>
                  <a:schemeClr val="dk2"/>
                </a:solidFill>
              </a:defRPr>
            </a:lvl3pPr>
            <a:lvl4pPr lvl="3" algn="ctr">
              <a:buNone/>
              <a:defRPr>
                <a:solidFill>
                  <a:schemeClr val="dk2"/>
                </a:solidFill>
              </a:defRPr>
            </a:lvl4pPr>
            <a:lvl5pPr lvl="4" algn="ctr">
              <a:buNone/>
              <a:defRPr>
                <a:solidFill>
                  <a:schemeClr val="dk2"/>
                </a:solidFill>
              </a:defRPr>
            </a:lvl5pPr>
            <a:lvl6pPr lvl="5" algn="ctr">
              <a:buNone/>
              <a:defRPr>
                <a:solidFill>
                  <a:schemeClr val="dk2"/>
                </a:solidFill>
              </a:defRPr>
            </a:lvl6pPr>
            <a:lvl7pPr lvl="6" algn="ctr">
              <a:buNone/>
              <a:defRPr>
                <a:solidFill>
                  <a:schemeClr val="dk2"/>
                </a:solidFill>
              </a:defRPr>
            </a:lvl7pPr>
            <a:lvl8pPr lvl="7" algn="ctr">
              <a:buNone/>
              <a:defRPr>
                <a:solidFill>
                  <a:schemeClr val="dk2"/>
                </a:solidFill>
              </a:defRPr>
            </a:lvl8pPr>
            <a:lvl9pPr lvl="8" algn="ctr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438" name="Google Shape;1438;p142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1439" name="Google Shape;1439;p14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440" name="Google Shape;1440;p142"/>
          <p:cNvSpPr txBox="1"/>
          <p:nvPr>
            <p:ph idx="1" type="subTitle"/>
          </p:nvPr>
        </p:nvSpPr>
        <p:spPr>
          <a:xfrm>
            <a:off x="4747387" y="1872353"/>
            <a:ext cx="3698100" cy="27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b="0"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9pPr>
          </a:lstStyle>
          <a:p/>
        </p:txBody>
      </p:sp>
      <p:sp>
        <p:nvSpPr>
          <p:cNvPr id="1441" name="Google Shape;1441;p142"/>
          <p:cNvSpPr txBox="1"/>
          <p:nvPr>
            <p:ph idx="2" type="subTitle"/>
          </p:nvPr>
        </p:nvSpPr>
        <p:spPr>
          <a:xfrm>
            <a:off x="726675" y="1872353"/>
            <a:ext cx="3698100" cy="27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b="0" sz="1400"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9pPr>
          </a:lstStyle>
          <a:p/>
        </p:txBody>
      </p:sp>
      <p:sp>
        <p:nvSpPr>
          <p:cNvPr id="1442" name="Google Shape;1442;p142"/>
          <p:cNvSpPr txBox="1"/>
          <p:nvPr>
            <p:ph idx="3" type="subTitle"/>
          </p:nvPr>
        </p:nvSpPr>
        <p:spPr>
          <a:xfrm>
            <a:off x="726675" y="1313225"/>
            <a:ext cx="3698100" cy="4224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3" name="Google Shape;1443;p142"/>
          <p:cNvSpPr txBox="1"/>
          <p:nvPr>
            <p:ph idx="4" type="subTitle"/>
          </p:nvPr>
        </p:nvSpPr>
        <p:spPr>
          <a:xfrm>
            <a:off x="4747375" y="1313225"/>
            <a:ext cx="3698100" cy="4224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444" name="Shape 1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5" name="Google Shape;1445;p143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46" name="Google Shape;1446;p143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447" name="Google Shape;1447;p143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48" name="Google Shape;1448;p143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449" name="Google Shape;1449;p143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450" name="Google Shape;1450;p143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None/>
              <a:defRPr>
                <a:solidFill>
                  <a:schemeClr val="dk2"/>
                </a:solidFill>
              </a:defRPr>
            </a:lvl1pPr>
            <a:lvl2pPr lvl="1" algn="ctr">
              <a:buNone/>
              <a:defRPr>
                <a:solidFill>
                  <a:schemeClr val="dk2"/>
                </a:solidFill>
              </a:defRPr>
            </a:lvl2pPr>
            <a:lvl3pPr lvl="2" algn="ctr">
              <a:buNone/>
              <a:defRPr>
                <a:solidFill>
                  <a:schemeClr val="dk2"/>
                </a:solidFill>
              </a:defRPr>
            </a:lvl3pPr>
            <a:lvl4pPr lvl="3" algn="ctr">
              <a:buNone/>
              <a:defRPr>
                <a:solidFill>
                  <a:schemeClr val="dk2"/>
                </a:solidFill>
              </a:defRPr>
            </a:lvl4pPr>
            <a:lvl5pPr lvl="4" algn="ctr">
              <a:buNone/>
              <a:defRPr>
                <a:solidFill>
                  <a:schemeClr val="dk2"/>
                </a:solidFill>
              </a:defRPr>
            </a:lvl5pPr>
            <a:lvl6pPr lvl="5" algn="ctr">
              <a:buNone/>
              <a:defRPr>
                <a:solidFill>
                  <a:schemeClr val="dk2"/>
                </a:solidFill>
              </a:defRPr>
            </a:lvl6pPr>
            <a:lvl7pPr lvl="6" algn="ctr">
              <a:buNone/>
              <a:defRPr>
                <a:solidFill>
                  <a:schemeClr val="dk2"/>
                </a:solidFill>
              </a:defRPr>
            </a:lvl7pPr>
            <a:lvl8pPr lvl="7" algn="ctr">
              <a:buNone/>
              <a:defRPr>
                <a:solidFill>
                  <a:schemeClr val="dk2"/>
                </a:solidFill>
              </a:defRPr>
            </a:lvl8pPr>
            <a:lvl9pPr lvl="8" algn="ctr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451" name="Google Shape;1451;p143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1452" name="Google Shape;1452;p14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453" name="Shape 1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" name="Google Shape;1454;p144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55" name="Google Shape;1455;p144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456" name="Google Shape;1456;p144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57" name="Google Shape;1457;p144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458" name="Google Shape;1458;p144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459" name="Google Shape;1459;p144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None/>
              <a:defRPr>
                <a:solidFill>
                  <a:schemeClr val="dk2"/>
                </a:solidFill>
              </a:defRPr>
            </a:lvl1pPr>
            <a:lvl2pPr lvl="1" algn="ctr">
              <a:buNone/>
              <a:defRPr>
                <a:solidFill>
                  <a:schemeClr val="dk2"/>
                </a:solidFill>
              </a:defRPr>
            </a:lvl2pPr>
            <a:lvl3pPr lvl="2" algn="ctr">
              <a:buNone/>
              <a:defRPr>
                <a:solidFill>
                  <a:schemeClr val="dk2"/>
                </a:solidFill>
              </a:defRPr>
            </a:lvl3pPr>
            <a:lvl4pPr lvl="3" algn="ctr">
              <a:buNone/>
              <a:defRPr>
                <a:solidFill>
                  <a:schemeClr val="dk2"/>
                </a:solidFill>
              </a:defRPr>
            </a:lvl4pPr>
            <a:lvl5pPr lvl="4" algn="ctr">
              <a:buNone/>
              <a:defRPr>
                <a:solidFill>
                  <a:schemeClr val="dk2"/>
                </a:solidFill>
              </a:defRPr>
            </a:lvl5pPr>
            <a:lvl6pPr lvl="5" algn="ctr">
              <a:buNone/>
              <a:defRPr>
                <a:solidFill>
                  <a:schemeClr val="dk2"/>
                </a:solidFill>
              </a:defRPr>
            </a:lvl6pPr>
            <a:lvl7pPr lvl="6" algn="ctr">
              <a:buNone/>
              <a:defRPr>
                <a:solidFill>
                  <a:schemeClr val="dk2"/>
                </a:solidFill>
              </a:defRPr>
            </a:lvl7pPr>
            <a:lvl8pPr lvl="7" algn="ctr">
              <a:buNone/>
              <a:defRPr>
                <a:solidFill>
                  <a:schemeClr val="dk2"/>
                </a:solidFill>
              </a:defRPr>
            </a:lvl8pPr>
            <a:lvl9pPr lvl="8" algn="ctr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460" name="Google Shape;1460;p144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1461" name="Google Shape;1461;p144"/>
          <p:cNvSpPr txBox="1"/>
          <p:nvPr>
            <p:ph type="title"/>
          </p:nvPr>
        </p:nvSpPr>
        <p:spPr>
          <a:xfrm>
            <a:off x="720000" y="445025"/>
            <a:ext cx="6266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462" name="Google Shape;1462;p144"/>
          <p:cNvSpPr txBox="1"/>
          <p:nvPr>
            <p:ph idx="1" type="subTitle"/>
          </p:nvPr>
        </p:nvSpPr>
        <p:spPr>
          <a:xfrm>
            <a:off x="720000" y="1347250"/>
            <a:ext cx="7324500" cy="317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463" name="Shape 1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" name="Google Shape;1464;p145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5" name="Google Shape;1465;p145"/>
          <p:cNvSpPr txBox="1"/>
          <p:nvPr>
            <p:ph type="title"/>
          </p:nvPr>
        </p:nvSpPr>
        <p:spPr>
          <a:xfrm>
            <a:off x="969825" y="2079259"/>
            <a:ext cx="7204500" cy="87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cxnSp>
        <p:nvCxnSpPr>
          <p:cNvPr id="1466" name="Google Shape;1466;p145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467" name="Google Shape;1467;p145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68" name="Google Shape;1468;p145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469" name="Google Shape;1469;p145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470" name="Google Shape;1470;p145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None/>
              <a:defRPr>
                <a:solidFill>
                  <a:schemeClr val="dk2"/>
                </a:solidFill>
              </a:defRPr>
            </a:lvl1pPr>
            <a:lvl2pPr lvl="1" algn="ctr">
              <a:buNone/>
              <a:defRPr>
                <a:solidFill>
                  <a:schemeClr val="dk2"/>
                </a:solidFill>
              </a:defRPr>
            </a:lvl2pPr>
            <a:lvl3pPr lvl="2" algn="ctr">
              <a:buNone/>
              <a:defRPr>
                <a:solidFill>
                  <a:schemeClr val="dk2"/>
                </a:solidFill>
              </a:defRPr>
            </a:lvl3pPr>
            <a:lvl4pPr lvl="3" algn="ctr">
              <a:buNone/>
              <a:defRPr>
                <a:solidFill>
                  <a:schemeClr val="dk2"/>
                </a:solidFill>
              </a:defRPr>
            </a:lvl4pPr>
            <a:lvl5pPr lvl="4" algn="ctr">
              <a:buNone/>
              <a:defRPr>
                <a:solidFill>
                  <a:schemeClr val="dk2"/>
                </a:solidFill>
              </a:defRPr>
            </a:lvl5pPr>
            <a:lvl6pPr lvl="5" algn="ctr">
              <a:buNone/>
              <a:defRPr>
                <a:solidFill>
                  <a:schemeClr val="dk2"/>
                </a:solidFill>
              </a:defRPr>
            </a:lvl6pPr>
            <a:lvl7pPr lvl="6" algn="ctr">
              <a:buNone/>
              <a:defRPr>
                <a:solidFill>
                  <a:schemeClr val="dk2"/>
                </a:solidFill>
              </a:defRPr>
            </a:lvl7pPr>
            <a:lvl8pPr lvl="7" algn="ctr">
              <a:buNone/>
              <a:defRPr>
                <a:solidFill>
                  <a:schemeClr val="dk2"/>
                </a:solidFill>
              </a:defRPr>
            </a:lvl8pPr>
            <a:lvl9pPr lvl="8" algn="ctr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471" name="Google Shape;1471;p145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472" name="Shape 1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3" name="Google Shape;1473;p146"/>
          <p:cNvSpPr txBox="1"/>
          <p:nvPr>
            <p:ph type="title"/>
          </p:nvPr>
        </p:nvSpPr>
        <p:spPr>
          <a:xfrm>
            <a:off x="720000" y="1413525"/>
            <a:ext cx="4294800" cy="209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474" name="Google Shape;1474;p146"/>
          <p:cNvSpPr txBox="1"/>
          <p:nvPr>
            <p:ph idx="1" type="subTitle"/>
          </p:nvPr>
        </p:nvSpPr>
        <p:spPr>
          <a:xfrm>
            <a:off x="720000" y="3508800"/>
            <a:ext cx="4294800" cy="100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475" name="Google Shape;1475;p14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476" name="Shape 1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7" name="Google Shape;1477;p147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478" name="Google Shape;1478;p147"/>
          <p:cNvSpPr txBox="1"/>
          <p:nvPr>
            <p:ph type="title"/>
          </p:nvPr>
        </p:nvSpPr>
        <p:spPr>
          <a:xfrm>
            <a:off x="713225" y="4162975"/>
            <a:ext cx="7917300" cy="541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479" name="Shape 1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0" name="Google Shape;1480;p148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81" name="Google Shape;1481;p148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482" name="Google Shape;1482;p148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83" name="Google Shape;1483;p148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484" name="Google Shape;1484;p148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485" name="Google Shape;1485;p148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None/>
              <a:defRPr>
                <a:solidFill>
                  <a:schemeClr val="dk2"/>
                </a:solidFill>
              </a:defRPr>
            </a:lvl1pPr>
            <a:lvl2pPr lvl="1" algn="ctr">
              <a:buNone/>
              <a:defRPr>
                <a:solidFill>
                  <a:schemeClr val="dk2"/>
                </a:solidFill>
              </a:defRPr>
            </a:lvl2pPr>
            <a:lvl3pPr lvl="2" algn="ctr">
              <a:buNone/>
              <a:defRPr>
                <a:solidFill>
                  <a:schemeClr val="dk2"/>
                </a:solidFill>
              </a:defRPr>
            </a:lvl3pPr>
            <a:lvl4pPr lvl="3" algn="ctr">
              <a:buNone/>
              <a:defRPr>
                <a:solidFill>
                  <a:schemeClr val="dk2"/>
                </a:solidFill>
              </a:defRPr>
            </a:lvl4pPr>
            <a:lvl5pPr lvl="4" algn="ctr">
              <a:buNone/>
              <a:defRPr>
                <a:solidFill>
                  <a:schemeClr val="dk2"/>
                </a:solidFill>
              </a:defRPr>
            </a:lvl5pPr>
            <a:lvl6pPr lvl="5" algn="ctr">
              <a:buNone/>
              <a:defRPr>
                <a:solidFill>
                  <a:schemeClr val="dk2"/>
                </a:solidFill>
              </a:defRPr>
            </a:lvl6pPr>
            <a:lvl7pPr lvl="6" algn="ctr">
              <a:buNone/>
              <a:defRPr>
                <a:solidFill>
                  <a:schemeClr val="dk2"/>
                </a:solidFill>
              </a:defRPr>
            </a:lvl7pPr>
            <a:lvl8pPr lvl="7" algn="ctr">
              <a:buNone/>
              <a:defRPr>
                <a:solidFill>
                  <a:schemeClr val="dk2"/>
                </a:solidFill>
              </a:defRPr>
            </a:lvl8pPr>
            <a:lvl9pPr lvl="8" algn="ctr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486" name="Google Shape;1486;p148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1487" name="Google Shape;1487;p148"/>
          <p:cNvSpPr txBox="1"/>
          <p:nvPr>
            <p:ph hasCustomPrompt="1" type="title"/>
          </p:nvPr>
        </p:nvSpPr>
        <p:spPr>
          <a:xfrm>
            <a:off x="1284000" y="1429725"/>
            <a:ext cx="6576000" cy="140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488" name="Google Shape;1488;p148"/>
          <p:cNvSpPr txBox="1"/>
          <p:nvPr>
            <p:ph idx="1" type="subTitle"/>
          </p:nvPr>
        </p:nvSpPr>
        <p:spPr>
          <a:xfrm>
            <a:off x="1284000" y="2985500"/>
            <a:ext cx="6576000" cy="4971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2"/>
        </a:solidFill>
      </p:bgPr>
    </p:bg>
    <p:spTree>
      <p:nvGrpSpPr>
        <p:cNvPr id="1489" name="Shape 148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1490" name="Shape 1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1" name="Google Shape;1491;p150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2" name="Google Shape;1492;p15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493" name="Google Shape;1493;p150"/>
          <p:cNvSpPr txBox="1"/>
          <p:nvPr>
            <p:ph idx="1" type="subTitle"/>
          </p:nvPr>
        </p:nvSpPr>
        <p:spPr>
          <a:xfrm>
            <a:off x="713225" y="2018125"/>
            <a:ext cx="2426100" cy="538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494" name="Google Shape;1494;p150"/>
          <p:cNvSpPr txBox="1"/>
          <p:nvPr>
            <p:ph idx="2" type="subTitle"/>
          </p:nvPr>
        </p:nvSpPr>
        <p:spPr>
          <a:xfrm>
            <a:off x="713225" y="3870728"/>
            <a:ext cx="2426100" cy="538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495" name="Google Shape;1495;p150"/>
          <p:cNvSpPr txBox="1"/>
          <p:nvPr>
            <p:ph idx="3" type="subTitle"/>
          </p:nvPr>
        </p:nvSpPr>
        <p:spPr>
          <a:xfrm>
            <a:off x="3359125" y="3870725"/>
            <a:ext cx="2426100" cy="538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496" name="Google Shape;1496;p150"/>
          <p:cNvSpPr txBox="1"/>
          <p:nvPr>
            <p:ph idx="4" type="subTitle"/>
          </p:nvPr>
        </p:nvSpPr>
        <p:spPr>
          <a:xfrm>
            <a:off x="3359125" y="2018025"/>
            <a:ext cx="2426100" cy="538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497" name="Google Shape;1497;p150"/>
          <p:cNvSpPr txBox="1"/>
          <p:nvPr>
            <p:ph hasCustomPrompt="1" idx="5" type="title"/>
          </p:nvPr>
        </p:nvSpPr>
        <p:spPr>
          <a:xfrm>
            <a:off x="713225" y="1141288"/>
            <a:ext cx="656100" cy="4380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498" name="Google Shape;1498;p150"/>
          <p:cNvSpPr txBox="1"/>
          <p:nvPr>
            <p:ph hasCustomPrompt="1" idx="6" type="title"/>
          </p:nvPr>
        </p:nvSpPr>
        <p:spPr>
          <a:xfrm>
            <a:off x="3359125" y="2994063"/>
            <a:ext cx="656100" cy="438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499" name="Google Shape;1499;p150"/>
          <p:cNvSpPr txBox="1"/>
          <p:nvPr>
            <p:ph hasCustomPrompt="1" idx="7" type="title"/>
          </p:nvPr>
        </p:nvSpPr>
        <p:spPr>
          <a:xfrm>
            <a:off x="713225" y="2994063"/>
            <a:ext cx="656100" cy="438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500" name="Google Shape;1500;p150"/>
          <p:cNvSpPr txBox="1"/>
          <p:nvPr>
            <p:ph hasCustomPrompt="1" idx="8" type="title"/>
          </p:nvPr>
        </p:nvSpPr>
        <p:spPr>
          <a:xfrm>
            <a:off x="3359125" y="1142055"/>
            <a:ext cx="656100" cy="4380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501" name="Google Shape;1501;p150"/>
          <p:cNvSpPr txBox="1"/>
          <p:nvPr>
            <p:ph idx="9" type="subTitle"/>
          </p:nvPr>
        </p:nvSpPr>
        <p:spPr>
          <a:xfrm>
            <a:off x="5997638" y="3870725"/>
            <a:ext cx="2426100" cy="538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502" name="Google Shape;1502;p150"/>
          <p:cNvSpPr txBox="1"/>
          <p:nvPr>
            <p:ph idx="13" type="subTitle"/>
          </p:nvPr>
        </p:nvSpPr>
        <p:spPr>
          <a:xfrm>
            <a:off x="5997638" y="2018025"/>
            <a:ext cx="2426100" cy="538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503" name="Google Shape;1503;p150"/>
          <p:cNvSpPr txBox="1"/>
          <p:nvPr>
            <p:ph hasCustomPrompt="1" idx="14" type="title"/>
          </p:nvPr>
        </p:nvSpPr>
        <p:spPr>
          <a:xfrm>
            <a:off x="5997638" y="2994063"/>
            <a:ext cx="656100" cy="438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504" name="Google Shape;1504;p150"/>
          <p:cNvSpPr txBox="1"/>
          <p:nvPr>
            <p:ph hasCustomPrompt="1" idx="15" type="title"/>
          </p:nvPr>
        </p:nvSpPr>
        <p:spPr>
          <a:xfrm>
            <a:off x="5997638" y="1142055"/>
            <a:ext cx="656100" cy="4380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505" name="Google Shape;1505;p150"/>
          <p:cNvSpPr txBox="1"/>
          <p:nvPr>
            <p:ph idx="16" type="subTitle"/>
          </p:nvPr>
        </p:nvSpPr>
        <p:spPr>
          <a:xfrm>
            <a:off x="713225" y="1594575"/>
            <a:ext cx="2423100" cy="4389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latin typeface="Quicksand"/>
                <a:ea typeface="Quicksand"/>
                <a:cs typeface="Quicksand"/>
                <a:sym typeface="Quicksa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506" name="Google Shape;1506;p150"/>
          <p:cNvSpPr txBox="1"/>
          <p:nvPr>
            <p:ph idx="17" type="subTitle"/>
          </p:nvPr>
        </p:nvSpPr>
        <p:spPr>
          <a:xfrm>
            <a:off x="713225" y="3447136"/>
            <a:ext cx="2423100" cy="4284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latin typeface="Quicksand"/>
                <a:ea typeface="Quicksand"/>
                <a:cs typeface="Quicksand"/>
                <a:sym typeface="Quicksa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507" name="Google Shape;1507;p150"/>
          <p:cNvSpPr txBox="1"/>
          <p:nvPr>
            <p:ph idx="18" type="subTitle"/>
          </p:nvPr>
        </p:nvSpPr>
        <p:spPr>
          <a:xfrm>
            <a:off x="3359125" y="3447125"/>
            <a:ext cx="2423100" cy="4284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latin typeface="Quicksand"/>
                <a:ea typeface="Quicksand"/>
                <a:cs typeface="Quicksand"/>
                <a:sym typeface="Quicksa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508" name="Google Shape;1508;p150"/>
          <p:cNvSpPr txBox="1"/>
          <p:nvPr>
            <p:ph idx="19" type="subTitle"/>
          </p:nvPr>
        </p:nvSpPr>
        <p:spPr>
          <a:xfrm>
            <a:off x="3359125" y="1594575"/>
            <a:ext cx="2423100" cy="4389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latin typeface="Quicksand"/>
                <a:ea typeface="Quicksand"/>
                <a:cs typeface="Quicksand"/>
                <a:sym typeface="Quicksa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509" name="Google Shape;1509;p150"/>
          <p:cNvSpPr txBox="1"/>
          <p:nvPr>
            <p:ph idx="20" type="subTitle"/>
          </p:nvPr>
        </p:nvSpPr>
        <p:spPr>
          <a:xfrm>
            <a:off x="5997638" y="3447125"/>
            <a:ext cx="2423100" cy="4284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latin typeface="Quicksand"/>
                <a:ea typeface="Quicksand"/>
                <a:cs typeface="Quicksand"/>
                <a:sym typeface="Quicksa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510" name="Google Shape;1510;p150"/>
          <p:cNvSpPr txBox="1"/>
          <p:nvPr>
            <p:ph idx="21" type="subTitle"/>
          </p:nvPr>
        </p:nvSpPr>
        <p:spPr>
          <a:xfrm>
            <a:off x="5997638" y="1594575"/>
            <a:ext cx="2423100" cy="4389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latin typeface="Quicksand"/>
                <a:ea typeface="Quicksand"/>
                <a:cs typeface="Quicksand"/>
                <a:sym typeface="Quicksa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cxnSp>
        <p:nvCxnSpPr>
          <p:cNvPr id="1511" name="Google Shape;1511;p150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512" name="Google Shape;1512;p150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13" name="Google Shape;1513;p150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514" name="Google Shape;1514;p150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515" name="Google Shape;1515;p150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None/>
              <a:defRPr>
                <a:solidFill>
                  <a:schemeClr val="dk2"/>
                </a:solidFill>
              </a:defRPr>
            </a:lvl1pPr>
            <a:lvl2pPr lvl="1" algn="ctr">
              <a:buNone/>
              <a:defRPr>
                <a:solidFill>
                  <a:schemeClr val="dk2"/>
                </a:solidFill>
              </a:defRPr>
            </a:lvl2pPr>
            <a:lvl3pPr lvl="2" algn="ctr">
              <a:buNone/>
              <a:defRPr>
                <a:solidFill>
                  <a:schemeClr val="dk2"/>
                </a:solidFill>
              </a:defRPr>
            </a:lvl3pPr>
            <a:lvl4pPr lvl="3" algn="ctr">
              <a:buNone/>
              <a:defRPr>
                <a:solidFill>
                  <a:schemeClr val="dk2"/>
                </a:solidFill>
              </a:defRPr>
            </a:lvl4pPr>
            <a:lvl5pPr lvl="4" algn="ctr">
              <a:buNone/>
              <a:defRPr>
                <a:solidFill>
                  <a:schemeClr val="dk2"/>
                </a:solidFill>
              </a:defRPr>
            </a:lvl5pPr>
            <a:lvl6pPr lvl="5" algn="ctr">
              <a:buNone/>
              <a:defRPr>
                <a:solidFill>
                  <a:schemeClr val="dk2"/>
                </a:solidFill>
              </a:defRPr>
            </a:lvl6pPr>
            <a:lvl7pPr lvl="6" algn="ctr">
              <a:buNone/>
              <a:defRPr>
                <a:solidFill>
                  <a:schemeClr val="dk2"/>
                </a:solidFill>
              </a:defRPr>
            </a:lvl7pPr>
            <a:lvl8pPr lvl="7" algn="ctr">
              <a:buNone/>
              <a:defRPr>
                <a:solidFill>
                  <a:schemeClr val="dk2"/>
                </a:solidFill>
              </a:defRPr>
            </a:lvl8pPr>
            <a:lvl9pPr lvl="8" algn="ctr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516" name="Google Shape;1516;p150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1517" name="Shape 1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8" name="Google Shape;1518;p151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19" name="Google Shape;1519;p151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520" name="Google Shape;1520;p151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21" name="Google Shape;1521;p151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522" name="Google Shape;1522;p151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523" name="Google Shape;1523;p151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None/>
              <a:defRPr>
                <a:solidFill>
                  <a:schemeClr val="dk2"/>
                </a:solidFill>
              </a:defRPr>
            </a:lvl1pPr>
            <a:lvl2pPr lvl="1" algn="ctr">
              <a:buNone/>
              <a:defRPr>
                <a:solidFill>
                  <a:schemeClr val="dk2"/>
                </a:solidFill>
              </a:defRPr>
            </a:lvl2pPr>
            <a:lvl3pPr lvl="2" algn="ctr">
              <a:buNone/>
              <a:defRPr>
                <a:solidFill>
                  <a:schemeClr val="dk2"/>
                </a:solidFill>
              </a:defRPr>
            </a:lvl3pPr>
            <a:lvl4pPr lvl="3" algn="ctr">
              <a:buNone/>
              <a:defRPr>
                <a:solidFill>
                  <a:schemeClr val="dk2"/>
                </a:solidFill>
              </a:defRPr>
            </a:lvl4pPr>
            <a:lvl5pPr lvl="4" algn="ctr">
              <a:buNone/>
              <a:defRPr>
                <a:solidFill>
                  <a:schemeClr val="dk2"/>
                </a:solidFill>
              </a:defRPr>
            </a:lvl5pPr>
            <a:lvl6pPr lvl="5" algn="ctr">
              <a:buNone/>
              <a:defRPr>
                <a:solidFill>
                  <a:schemeClr val="dk2"/>
                </a:solidFill>
              </a:defRPr>
            </a:lvl6pPr>
            <a:lvl7pPr lvl="6" algn="ctr">
              <a:buNone/>
              <a:defRPr>
                <a:solidFill>
                  <a:schemeClr val="dk2"/>
                </a:solidFill>
              </a:defRPr>
            </a:lvl7pPr>
            <a:lvl8pPr lvl="7" algn="ctr">
              <a:buNone/>
              <a:defRPr>
                <a:solidFill>
                  <a:schemeClr val="dk2"/>
                </a:solidFill>
              </a:defRPr>
            </a:lvl8pPr>
            <a:lvl9pPr lvl="8" algn="ctr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524" name="Google Shape;1524;p151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1525" name="Google Shape;1525;p151"/>
          <p:cNvSpPr txBox="1"/>
          <p:nvPr>
            <p:ph type="title"/>
          </p:nvPr>
        </p:nvSpPr>
        <p:spPr>
          <a:xfrm>
            <a:off x="969900" y="3387600"/>
            <a:ext cx="7204200" cy="5319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526" name="Google Shape;1526;p151"/>
          <p:cNvSpPr txBox="1"/>
          <p:nvPr>
            <p:ph idx="1" type="subTitle"/>
          </p:nvPr>
        </p:nvSpPr>
        <p:spPr>
          <a:xfrm>
            <a:off x="969900" y="1312625"/>
            <a:ext cx="7204200" cy="147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9">
    <p:spTree>
      <p:nvGrpSpPr>
        <p:cNvPr id="1527" name="Shape 1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8" name="Google Shape;1528;p152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29" name="Google Shape;1529;p152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530" name="Google Shape;1530;p152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31" name="Google Shape;1531;p152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532" name="Google Shape;1532;p152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533" name="Google Shape;1533;p152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None/>
              <a:defRPr>
                <a:solidFill>
                  <a:schemeClr val="dk2"/>
                </a:solidFill>
              </a:defRPr>
            </a:lvl1pPr>
            <a:lvl2pPr lvl="1" algn="ctr">
              <a:buNone/>
              <a:defRPr>
                <a:solidFill>
                  <a:schemeClr val="dk2"/>
                </a:solidFill>
              </a:defRPr>
            </a:lvl2pPr>
            <a:lvl3pPr lvl="2" algn="ctr">
              <a:buNone/>
              <a:defRPr>
                <a:solidFill>
                  <a:schemeClr val="dk2"/>
                </a:solidFill>
              </a:defRPr>
            </a:lvl3pPr>
            <a:lvl4pPr lvl="3" algn="ctr">
              <a:buNone/>
              <a:defRPr>
                <a:solidFill>
                  <a:schemeClr val="dk2"/>
                </a:solidFill>
              </a:defRPr>
            </a:lvl4pPr>
            <a:lvl5pPr lvl="4" algn="ctr">
              <a:buNone/>
              <a:defRPr>
                <a:solidFill>
                  <a:schemeClr val="dk2"/>
                </a:solidFill>
              </a:defRPr>
            </a:lvl5pPr>
            <a:lvl6pPr lvl="5" algn="ctr">
              <a:buNone/>
              <a:defRPr>
                <a:solidFill>
                  <a:schemeClr val="dk2"/>
                </a:solidFill>
              </a:defRPr>
            </a:lvl6pPr>
            <a:lvl7pPr lvl="6" algn="ctr">
              <a:buNone/>
              <a:defRPr>
                <a:solidFill>
                  <a:schemeClr val="dk2"/>
                </a:solidFill>
              </a:defRPr>
            </a:lvl7pPr>
            <a:lvl8pPr lvl="7" algn="ctr">
              <a:buNone/>
              <a:defRPr>
                <a:solidFill>
                  <a:schemeClr val="dk2"/>
                </a:solidFill>
              </a:defRPr>
            </a:lvl8pPr>
            <a:lvl9pPr lvl="8" algn="ctr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534" name="Google Shape;1534;p152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1535" name="Google Shape;1535;p152"/>
          <p:cNvSpPr txBox="1"/>
          <p:nvPr>
            <p:ph type="title"/>
          </p:nvPr>
        </p:nvSpPr>
        <p:spPr>
          <a:xfrm>
            <a:off x="720000" y="1148563"/>
            <a:ext cx="3944700" cy="160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536" name="Google Shape;1536;p152"/>
          <p:cNvSpPr txBox="1"/>
          <p:nvPr>
            <p:ph idx="1" type="subTitle"/>
          </p:nvPr>
        </p:nvSpPr>
        <p:spPr>
          <a:xfrm>
            <a:off x="720000" y="2878638"/>
            <a:ext cx="3944700" cy="111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537" name="Google Shape;1537;p152"/>
          <p:cNvSpPr/>
          <p:nvPr>
            <p:ph idx="2" type="pic"/>
          </p:nvPr>
        </p:nvSpPr>
        <p:spPr>
          <a:xfrm>
            <a:off x="5149825" y="691038"/>
            <a:ext cx="3070800" cy="37614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">
    <p:spTree>
      <p:nvGrpSpPr>
        <p:cNvPr id="1538" name="Shape 1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9" name="Google Shape;1539;p153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40" name="Google Shape;1540;p153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541" name="Google Shape;1541;p153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42" name="Google Shape;1542;p153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543" name="Google Shape;1543;p153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544" name="Google Shape;1544;p153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None/>
              <a:defRPr>
                <a:solidFill>
                  <a:schemeClr val="dk2"/>
                </a:solidFill>
              </a:defRPr>
            </a:lvl1pPr>
            <a:lvl2pPr lvl="1" algn="ctr">
              <a:buNone/>
              <a:defRPr>
                <a:solidFill>
                  <a:schemeClr val="dk2"/>
                </a:solidFill>
              </a:defRPr>
            </a:lvl2pPr>
            <a:lvl3pPr lvl="2" algn="ctr">
              <a:buNone/>
              <a:defRPr>
                <a:solidFill>
                  <a:schemeClr val="dk2"/>
                </a:solidFill>
              </a:defRPr>
            </a:lvl3pPr>
            <a:lvl4pPr lvl="3" algn="ctr">
              <a:buNone/>
              <a:defRPr>
                <a:solidFill>
                  <a:schemeClr val="dk2"/>
                </a:solidFill>
              </a:defRPr>
            </a:lvl4pPr>
            <a:lvl5pPr lvl="4" algn="ctr">
              <a:buNone/>
              <a:defRPr>
                <a:solidFill>
                  <a:schemeClr val="dk2"/>
                </a:solidFill>
              </a:defRPr>
            </a:lvl5pPr>
            <a:lvl6pPr lvl="5" algn="ctr">
              <a:buNone/>
              <a:defRPr>
                <a:solidFill>
                  <a:schemeClr val="dk2"/>
                </a:solidFill>
              </a:defRPr>
            </a:lvl6pPr>
            <a:lvl7pPr lvl="6" algn="ctr">
              <a:buNone/>
              <a:defRPr>
                <a:solidFill>
                  <a:schemeClr val="dk2"/>
                </a:solidFill>
              </a:defRPr>
            </a:lvl7pPr>
            <a:lvl8pPr lvl="7" algn="ctr">
              <a:buNone/>
              <a:defRPr>
                <a:solidFill>
                  <a:schemeClr val="dk2"/>
                </a:solidFill>
              </a:defRPr>
            </a:lvl8pPr>
            <a:lvl9pPr lvl="8" algn="ctr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545" name="Google Shape;1545;p153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1546" name="Google Shape;1546;p153"/>
          <p:cNvSpPr txBox="1"/>
          <p:nvPr>
            <p:ph type="title"/>
          </p:nvPr>
        </p:nvSpPr>
        <p:spPr>
          <a:xfrm>
            <a:off x="720000" y="1568400"/>
            <a:ext cx="2891400" cy="70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547" name="Google Shape;1547;p153"/>
          <p:cNvSpPr txBox="1"/>
          <p:nvPr>
            <p:ph idx="1" type="subTitle"/>
          </p:nvPr>
        </p:nvSpPr>
        <p:spPr>
          <a:xfrm>
            <a:off x="720000" y="2268888"/>
            <a:ext cx="2891400" cy="13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1548" name="Shape 1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9" name="Google Shape;1549;p154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50" name="Google Shape;1550;p154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551" name="Google Shape;1551;p154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52" name="Google Shape;1552;p154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553" name="Google Shape;1553;p154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554" name="Google Shape;1554;p154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None/>
              <a:defRPr>
                <a:solidFill>
                  <a:schemeClr val="dk2"/>
                </a:solidFill>
              </a:defRPr>
            </a:lvl1pPr>
            <a:lvl2pPr lvl="1" algn="ctr">
              <a:buNone/>
              <a:defRPr>
                <a:solidFill>
                  <a:schemeClr val="dk2"/>
                </a:solidFill>
              </a:defRPr>
            </a:lvl2pPr>
            <a:lvl3pPr lvl="2" algn="ctr">
              <a:buNone/>
              <a:defRPr>
                <a:solidFill>
                  <a:schemeClr val="dk2"/>
                </a:solidFill>
              </a:defRPr>
            </a:lvl3pPr>
            <a:lvl4pPr lvl="3" algn="ctr">
              <a:buNone/>
              <a:defRPr>
                <a:solidFill>
                  <a:schemeClr val="dk2"/>
                </a:solidFill>
              </a:defRPr>
            </a:lvl4pPr>
            <a:lvl5pPr lvl="4" algn="ctr">
              <a:buNone/>
              <a:defRPr>
                <a:solidFill>
                  <a:schemeClr val="dk2"/>
                </a:solidFill>
              </a:defRPr>
            </a:lvl5pPr>
            <a:lvl6pPr lvl="5" algn="ctr">
              <a:buNone/>
              <a:defRPr>
                <a:solidFill>
                  <a:schemeClr val="dk2"/>
                </a:solidFill>
              </a:defRPr>
            </a:lvl6pPr>
            <a:lvl7pPr lvl="6" algn="ctr">
              <a:buNone/>
              <a:defRPr>
                <a:solidFill>
                  <a:schemeClr val="dk2"/>
                </a:solidFill>
              </a:defRPr>
            </a:lvl7pPr>
            <a:lvl8pPr lvl="7" algn="ctr">
              <a:buNone/>
              <a:defRPr>
                <a:solidFill>
                  <a:schemeClr val="dk2"/>
                </a:solidFill>
              </a:defRPr>
            </a:lvl8pPr>
            <a:lvl9pPr lvl="8" algn="ctr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555" name="Google Shape;1555;p154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1556" name="Google Shape;1556;p15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557" name="Google Shape;1557;p154"/>
          <p:cNvSpPr txBox="1"/>
          <p:nvPr>
            <p:ph idx="1" type="subTitle"/>
          </p:nvPr>
        </p:nvSpPr>
        <p:spPr>
          <a:xfrm>
            <a:off x="937625" y="3071250"/>
            <a:ext cx="2175300" cy="86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558" name="Google Shape;1558;p154"/>
          <p:cNvSpPr txBox="1"/>
          <p:nvPr>
            <p:ph idx="2" type="subTitle"/>
          </p:nvPr>
        </p:nvSpPr>
        <p:spPr>
          <a:xfrm>
            <a:off x="3484346" y="3071250"/>
            <a:ext cx="2175300" cy="86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559" name="Google Shape;1559;p154"/>
          <p:cNvSpPr txBox="1"/>
          <p:nvPr>
            <p:ph idx="3" type="subTitle"/>
          </p:nvPr>
        </p:nvSpPr>
        <p:spPr>
          <a:xfrm>
            <a:off x="6031074" y="3071250"/>
            <a:ext cx="2175300" cy="86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560" name="Google Shape;1560;p154"/>
          <p:cNvSpPr txBox="1"/>
          <p:nvPr>
            <p:ph idx="4" type="subTitle"/>
          </p:nvPr>
        </p:nvSpPr>
        <p:spPr>
          <a:xfrm>
            <a:off x="937625" y="2690250"/>
            <a:ext cx="2175300" cy="3657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561" name="Google Shape;1561;p154"/>
          <p:cNvSpPr txBox="1"/>
          <p:nvPr>
            <p:ph idx="5" type="subTitle"/>
          </p:nvPr>
        </p:nvSpPr>
        <p:spPr>
          <a:xfrm>
            <a:off x="3484347" y="2690250"/>
            <a:ext cx="2175300" cy="3657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562" name="Google Shape;1562;p154"/>
          <p:cNvSpPr txBox="1"/>
          <p:nvPr>
            <p:ph idx="6" type="subTitle"/>
          </p:nvPr>
        </p:nvSpPr>
        <p:spPr>
          <a:xfrm>
            <a:off x="6031075" y="2690250"/>
            <a:ext cx="2175300" cy="3657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6_1">
    <p:spTree>
      <p:nvGrpSpPr>
        <p:cNvPr id="1563" name="Shape 1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4" name="Google Shape;1564;p155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65" name="Google Shape;1565;p155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566" name="Google Shape;1566;p155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67" name="Google Shape;1567;p155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568" name="Google Shape;1568;p155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569" name="Google Shape;1569;p155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None/>
              <a:defRPr>
                <a:solidFill>
                  <a:schemeClr val="dk2"/>
                </a:solidFill>
              </a:defRPr>
            </a:lvl1pPr>
            <a:lvl2pPr lvl="1" algn="ctr">
              <a:buNone/>
              <a:defRPr>
                <a:solidFill>
                  <a:schemeClr val="dk2"/>
                </a:solidFill>
              </a:defRPr>
            </a:lvl2pPr>
            <a:lvl3pPr lvl="2" algn="ctr">
              <a:buNone/>
              <a:defRPr>
                <a:solidFill>
                  <a:schemeClr val="dk2"/>
                </a:solidFill>
              </a:defRPr>
            </a:lvl3pPr>
            <a:lvl4pPr lvl="3" algn="ctr">
              <a:buNone/>
              <a:defRPr>
                <a:solidFill>
                  <a:schemeClr val="dk2"/>
                </a:solidFill>
              </a:defRPr>
            </a:lvl4pPr>
            <a:lvl5pPr lvl="4" algn="ctr">
              <a:buNone/>
              <a:defRPr>
                <a:solidFill>
                  <a:schemeClr val="dk2"/>
                </a:solidFill>
              </a:defRPr>
            </a:lvl5pPr>
            <a:lvl6pPr lvl="5" algn="ctr">
              <a:buNone/>
              <a:defRPr>
                <a:solidFill>
                  <a:schemeClr val="dk2"/>
                </a:solidFill>
              </a:defRPr>
            </a:lvl6pPr>
            <a:lvl7pPr lvl="6" algn="ctr">
              <a:buNone/>
              <a:defRPr>
                <a:solidFill>
                  <a:schemeClr val="dk2"/>
                </a:solidFill>
              </a:defRPr>
            </a:lvl7pPr>
            <a:lvl8pPr lvl="7" algn="ctr">
              <a:buNone/>
              <a:defRPr>
                <a:solidFill>
                  <a:schemeClr val="dk2"/>
                </a:solidFill>
              </a:defRPr>
            </a:lvl8pPr>
            <a:lvl9pPr lvl="8" algn="ctr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570" name="Google Shape;1570;p155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1571" name="Google Shape;1571;p15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572" name="Google Shape;1572;p155"/>
          <p:cNvSpPr txBox="1"/>
          <p:nvPr>
            <p:ph idx="1" type="subTitle"/>
          </p:nvPr>
        </p:nvSpPr>
        <p:spPr>
          <a:xfrm>
            <a:off x="720025" y="1610942"/>
            <a:ext cx="7704000" cy="53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573" name="Google Shape;1573;p155"/>
          <p:cNvSpPr txBox="1"/>
          <p:nvPr>
            <p:ph idx="2" type="subTitle"/>
          </p:nvPr>
        </p:nvSpPr>
        <p:spPr>
          <a:xfrm>
            <a:off x="720025" y="2731125"/>
            <a:ext cx="77040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574" name="Google Shape;1574;p155"/>
          <p:cNvSpPr txBox="1"/>
          <p:nvPr>
            <p:ph idx="3" type="subTitle"/>
          </p:nvPr>
        </p:nvSpPr>
        <p:spPr>
          <a:xfrm>
            <a:off x="720025" y="3851625"/>
            <a:ext cx="77040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575" name="Google Shape;1575;p155"/>
          <p:cNvSpPr txBox="1"/>
          <p:nvPr>
            <p:ph idx="4" type="subTitle"/>
          </p:nvPr>
        </p:nvSpPr>
        <p:spPr>
          <a:xfrm>
            <a:off x="720025" y="1241274"/>
            <a:ext cx="7704000" cy="3936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576" name="Google Shape;1576;p155"/>
          <p:cNvSpPr txBox="1"/>
          <p:nvPr>
            <p:ph idx="5" type="subTitle"/>
          </p:nvPr>
        </p:nvSpPr>
        <p:spPr>
          <a:xfrm>
            <a:off x="720025" y="2350125"/>
            <a:ext cx="7704000" cy="3936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577" name="Google Shape;1577;p155"/>
          <p:cNvSpPr txBox="1"/>
          <p:nvPr>
            <p:ph idx="6" type="subTitle"/>
          </p:nvPr>
        </p:nvSpPr>
        <p:spPr>
          <a:xfrm>
            <a:off x="720025" y="3470625"/>
            <a:ext cx="7704000" cy="3936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2">
  <p:cSld name="CUSTOM_6_1_1">
    <p:spTree>
      <p:nvGrpSpPr>
        <p:cNvPr id="1578" name="Shape 1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9" name="Google Shape;1579;p156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80" name="Google Shape;1580;p156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581" name="Google Shape;1581;p156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82" name="Google Shape;1582;p156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583" name="Google Shape;1583;p156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584" name="Google Shape;1584;p156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None/>
              <a:defRPr>
                <a:solidFill>
                  <a:schemeClr val="dk2"/>
                </a:solidFill>
              </a:defRPr>
            </a:lvl1pPr>
            <a:lvl2pPr lvl="1" algn="ctr">
              <a:buNone/>
              <a:defRPr>
                <a:solidFill>
                  <a:schemeClr val="dk2"/>
                </a:solidFill>
              </a:defRPr>
            </a:lvl2pPr>
            <a:lvl3pPr lvl="2" algn="ctr">
              <a:buNone/>
              <a:defRPr>
                <a:solidFill>
                  <a:schemeClr val="dk2"/>
                </a:solidFill>
              </a:defRPr>
            </a:lvl3pPr>
            <a:lvl4pPr lvl="3" algn="ctr">
              <a:buNone/>
              <a:defRPr>
                <a:solidFill>
                  <a:schemeClr val="dk2"/>
                </a:solidFill>
              </a:defRPr>
            </a:lvl4pPr>
            <a:lvl5pPr lvl="4" algn="ctr">
              <a:buNone/>
              <a:defRPr>
                <a:solidFill>
                  <a:schemeClr val="dk2"/>
                </a:solidFill>
              </a:defRPr>
            </a:lvl5pPr>
            <a:lvl6pPr lvl="5" algn="ctr">
              <a:buNone/>
              <a:defRPr>
                <a:solidFill>
                  <a:schemeClr val="dk2"/>
                </a:solidFill>
              </a:defRPr>
            </a:lvl6pPr>
            <a:lvl7pPr lvl="6" algn="ctr">
              <a:buNone/>
              <a:defRPr>
                <a:solidFill>
                  <a:schemeClr val="dk2"/>
                </a:solidFill>
              </a:defRPr>
            </a:lvl7pPr>
            <a:lvl8pPr lvl="7" algn="ctr">
              <a:buNone/>
              <a:defRPr>
                <a:solidFill>
                  <a:schemeClr val="dk2"/>
                </a:solidFill>
              </a:defRPr>
            </a:lvl8pPr>
            <a:lvl9pPr lvl="8" algn="ctr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585" name="Google Shape;1585;p156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1586" name="Google Shape;1586;p15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587" name="Google Shape;1587;p156"/>
          <p:cNvSpPr txBox="1"/>
          <p:nvPr>
            <p:ph idx="1" type="subTitle"/>
          </p:nvPr>
        </p:nvSpPr>
        <p:spPr>
          <a:xfrm>
            <a:off x="1381625" y="1718025"/>
            <a:ext cx="70425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588" name="Google Shape;1588;p156"/>
          <p:cNvSpPr txBox="1"/>
          <p:nvPr>
            <p:ph idx="2" type="subTitle"/>
          </p:nvPr>
        </p:nvSpPr>
        <p:spPr>
          <a:xfrm>
            <a:off x="1381635" y="2861025"/>
            <a:ext cx="70425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589" name="Google Shape;1589;p156"/>
          <p:cNvSpPr txBox="1"/>
          <p:nvPr>
            <p:ph idx="3" type="subTitle"/>
          </p:nvPr>
        </p:nvSpPr>
        <p:spPr>
          <a:xfrm>
            <a:off x="1381635" y="4004025"/>
            <a:ext cx="70425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590" name="Google Shape;1590;p156"/>
          <p:cNvSpPr txBox="1"/>
          <p:nvPr>
            <p:ph idx="4" type="subTitle"/>
          </p:nvPr>
        </p:nvSpPr>
        <p:spPr>
          <a:xfrm>
            <a:off x="1381625" y="1406025"/>
            <a:ext cx="7042500" cy="3336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591" name="Google Shape;1591;p156"/>
          <p:cNvSpPr txBox="1"/>
          <p:nvPr>
            <p:ph idx="5" type="subTitle"/>
          </p:nvPr>
        </p:nvSpPr>
        <p:spPr>
          <a:xfrm>
            <a:off x="1381625" y="2526575"/>
            <a:ext cx="7042500" cy="3336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592" name="Google Shape;1592;p156"/>
          <p:cNvSpPr txBox="1"/>
          <p:nvPr>
            <p:ph idx="6" type="subTitle"/>
          </p:nvPr>
        </p:nvSpPr>
        <p:spPr>
          <a:xfrm>
            <a:off x="1381625" y="3647125"/>
            <a:ext cx="7042500" cy="3336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1593" name="Shape 1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4" name="Google Shape;1594;p157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95" name="Google Shape;1595;p157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596" name="Google Shape;1596;p157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97" name="Google Shape;1597;p157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598" name="Google Shape;1598;p157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599" name="Google Shape;1599;p157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None/>
              <a:defRPr>
                <a:solidFill>
                  <a:schemeClr val="dk2"/>
                </a:solidFill>
              </a:defRPr>
            </a:lvl1pPr>
            <a:lvl2pPr lvl="1" algn="ctr">
              <a:buNone/>
              <a:defRPr>
                <a:solidFill>
                  <a:schemeClr val="dk2"/>
                </a:solidFill>
              </a:defRPr>
            </a:lvl2pPr>
            <a:lvl3pPr lvl="2" algn="ctr">
              <a:buNone/>
              <a:defRPr>
                <a:solidFill>
                  <a:schemeClr val="dk2"/>
                </a:solidFill>
              </a:defRPr>
            </a:lvl3pPr>
            <a:lvl4pPr lvl="3" algn="ctr">
              <a:buNone/>
              <a:defRPr>
                <a:solidFill>
                  <a:schemeClr val="dk2"/>
                </a:solidFill>
              </a:defRPr>
            </a:lvl4pPr>
            <a:lvl5pPr lvl="4" algn="ctr">
              <a:buNone/>
              <a:defRPr>
                <a:solidFill>
                  <a:schemeClr val="dk2"/>
                </a:solidFill>
              </a:defRPr>
            </a:lvl5pPr>
            <a:lvl6pPr lvl="5" algn="ctr">
              <a:buNone/>
              <a:defRPr>
                <a:solidFill>
                  <a:schemeClr val="dk2"/>
                </a:solidFill>
              </a:defRPr>
            </a:lvl6pPr>
            <a:lvl7pPr lvl="6" algn="ctr">
              <a:buNone/>
              <a:defRPr>
                <a:solidFill>
                  <a:schemeClr val="dk2"/>
                </a:solidFill>
              </a:defRPr>
            </a:lvl7pPr>
            <a:lvl8pPr lvl="7" algn="ctr">
              <a:buNone/>
              <a:defRPr>
                <a:solidFill>
                  <a:schemeClr val="dk2"/>
                </a:solidFill>
              </a:defRPr>
            </a:lvl8pPr>
            <a:lvl9pPr lvl="8" algn="ctr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600" name="Google Shape;1600;p157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1601" name="Google Shape;1601;p15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602" name="Google Shape;1602;p157"/>
          <p:cNvSpPr txBox="1"/>
          <p:nvPr>
            <p:ph idx="1" type="subTitle"/>
          </p:nvPr>
        </p:nvSpPr>
        <p:spPr>
          <a:xfrm>
            <a:off x="1545775" y="1975263"/>
            <a:ext cx="2556900" cy="9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603" name="Google Shape;1603;p157"/>
          <p:cNvSpPr txBox="1"/>
          <p:nvPr>
            <p:ph idx="2" type="subTitle"/>
          </p:nvPr>
        </p:nvSpPr>
        <p:spPr>
          <a:xfrm>
            <a:off x="5041325" y="1975263"/>
            <a:ext cx="2556900" cy="9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604" name="Google Shape;1604;p157"/>
          <p:cNvSpPr txBox="1"/>
          <p:nvPr>
            <p:ph idx="3" type="subTitle"/>
          </p:nvPr>
        </p:nvSpPr>
        <p:spPr>
          <a:xfrm>
            <a:off x="1545775" y="3691500"/>
            <a:ext cx="2556900" cy="9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605" name="Google Shape;1605;p157"/>
          <p:cNvSpPr txBox="1"/>
          <p:nvPr>
            <p:ph idx="4" type="subTitle"/>
          </p:nvPr>
        </p:nvSpPr>
        <p:spPr>
          <a:xfrm>
            <a:off x="5041325" y="3691500"/>
            <a:ext cx="2556900" cy="9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606" name="Google Shape;1606;p157"/>
          <p:cNvSpPr txBox="1"/>
          <p:nvPr>
            <p:ph idx="5" type="subTitle"/>
          </p:nvPr>
        </p:nvSpPr>
        <p:spPr>
          <a:xfrm>
            <a:off x="1545775" y="1670463"/>
            <a:ext cx="2556900" cy="3549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607" name="Google Shape;1607;p157"/>
          <p:cNvSpPr txBox="1"/>
          <p:nvPr>
            <p:ph idx="6" type="subTitle"/>
          </p:nvPr>
        </p:nvSpPr>
        <p:spPr>
          <a:xfrm>
            <a:off x="5041325" y="1670463"/>
            <a:ext cx="2556900" cy="3549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608" name="Google Shape;1608;p157"/>
          <p:cNvSpPr txBox="1"/>
          <p:nvPr>
            <p:ph idx="7" type="subTitle"/>
          </p:nvPr>
        </p:nvSpPr>
        <p:spPr>
          <a:xfrm>
            <a:off x="1545775" y="3386700"/>
            <a:ext cx="2556900" cy="3549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609" name="Google Shape;1609;p157"/>
          <p:cNvSpPr txBox="1"/>
          <p:nvPr>
            <p:ph idx="8" type="subTitle"/>
          </p:nvPr>
        </p:nvSpPr>
        <p:spPr>
          <a:xfrm>
            <a:off x="5041325" y="3386700"/>
            <a:ext cx="2556900" cy="3549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_1">
    <p:spTree>
      <p:nvGrpSpPr>
        <p:cNvPr id="1610" name="Shape 1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1" name="Google Shape;1611;p158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12" name="Google Shape;1612;p158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613" name="Google Shape;1613;p158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14" name="Google Shape;1614;p158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615" name="Google Shape;1615;p158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616" name="Google Shape;1616;p158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None/>
              <a:defRPr>
                <a:solidFill>
                  <a:schemeClr val="dk2"/>
                </a:solidFill>
              </a:defRPr>
            </a:lvl1pPr>
            <a:lvl2pPr lvl="1" algn="ctr">
              <a:buNone/>
              <a:defRPr>
                <a:solidFill>
                  <a:schemeClr val="dk2"/>
                </a:solidFill>
              </a:defRPr>
            </a:lvl2pPr>
            <a:lvl3pPr lvl="2" algn="ctr">
              <a:buNone/>
              <a:defRPr>
                <a:solidFill>
                  <a:schemeClr val="dk2"/>
                </a:solidFill>
              </a:defRPr>
            </a:lvl3pPr>
            <a:lvl4pPr lvl="3" algn="ctr">
              <a:buNone/>
              <a:defRPr>
                <a:solidFill>
                  <a:schemeClr val="dk2"/>
                </a:solidFill>
              </a:defRPr>
            </a:lvl4pPr>
            <a:lvl5pPr lvl="4" algn="ctr">
              <a:buNone/>
              <a:defRPr>
                <a:solidFill>
                  <a:schemeClr val="dk2"/>
                </a:solidFill>
              </a:defRPr>
            </a:lvl5pPr>
            <a:lvl6pPr lvl="5" algn="ctr">
              <a:buNone/>
              <a:defRPr>
                <a:solidFill>
                  <a:schemeClr val="dk2"/>
                </a:solidFill>
              </a:defRPr>
            </a:lvl6pPr>
            <a:lvl7pPr lvl="6" algn="ctr">
              <a:buNone/>
              <a:defRPr>
                <a:solidFill>
                  <a:schemeClr val="dk2"/>
                </a:solidFill>
              </a:defRPr>
            </a:lvl7pPr>
            <a:lvl8pPr lvl="7" algn="ctr">
              <a:buNone/>
              <a:defRPr>
                <a:solidFill>
                  <a:schemeClr val="dk2"/>
                </a:solidFill>
              </a:defRPr>
            </a:lvl8pPr>
            <a:lvl9pPr lvl="8" algn="ctr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617" name="Google Shape;1617;p158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1618" name="Google Shape;1618;p15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619" name="Google Shape;1619;p158"/>
          <p:cNvSpPr txBox="1"/>
          <p:nvPr>
            <p:ph idx="1" type="subTitle"/>
          </p:nvPr>
        </p:nvSpPr>
        <p:spPr>
          <a:xfrm>
            <a:off x="903950" y="2149201"/>
            <a:ext cx="21912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620" name="Google Shape;1620;p158"/>
          <p:cNvSpPr txBox="1"/>
          <p:nvPr>
            <p:ph idx="2" type="subTitle"/>
          </p:nvPr>
        </p:nvSpPr>
        <p:spPr>
          <a:xfrm>
            <a:off x="3478550" y="2149201"/>
            <a:ext cx="21825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621" name="Google Shape;1621;p158"/>
          <p:cNvSpPr txBox="1"/>
          <p:nvPr>
            <p:ph idx="3" type="subTitle"/>
          </p:nvPr>
        </p:nvSpPr>
        <p:spPr>
          <a:xfrm>
            <a:off x="903950" y="3579425"/>
            <a:ext cx="21912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622" name="Google Shape;1622;p158"/>
          <p:cNvSpPr txBox="1"/>
          <p:nvPr>
            <p:ph idx="4" type="subTitle"/>
          </p:nvPr>
        </p:nvSpPr>
        <p:spPr>
          <a:xfrm>
            <a:off x="3478550" y="3579425"/>
            <a:ext cx="21825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623" name="Google Shape;1623;p158"/>
          <p:cNvSpPr txBox="1"/>
          <p:nvPr>
            <p:ph idx="5" type="subTitle"/>
          </p:nvPr>
        </p:nvSpPr>
        <p:spPr>
          <a:xfrm>
            <a:off x="6048850" y="2149201"/>
            <a:ext cx="21999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624" name="Google Shape;1624;p158"/>
          <p:cNvSpPr txBox="1"/>
          <p:nvPr>
            <p:ph idx="6" type="subTitle"/>
          </p:nvPr>
        </p:nvSpPr>
        <p:spPr>
          <a:xfrm>
            <a:off x="6048850" y="3579425"/>
            <a:ext cx="21999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625" name="Google Shape;1625;p158"/>
          <p:cNvSpPr txBox="1"/>
          <p:nvPr>
            <p:ph idx="7" type="subTitle"/>
          </p:nvPr>
        </p:nvSpPr>
        <p:spPr>
          <a:xfrm>
            <a:off x="908250" y="1656600"/>
            <a:ext cx="2182500" cy="4425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626" name="Google Shape;1626;p158"/>
          <p:cNvSpPr txBox="1"/>
          <p:nvPr>
            <p:ph idx="8" type="subTitle"/>
          </p:nvPr>
        </p:nvSpPr>
        <p:spPr>
          <a:xfrm>
            <a:off x="3482836" y="1656600"/>
            <a:ext cx="2173800" cy="4425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627" name="Google Shape;1627;p158"/>
          <p:cNvSpPr txBox="1"/>
          <p:nvPr>
            <p:ph idx="9" type="subTitle"/>
          </p:nvPr>
        </p:nvSpPr>
        <p:spPr>
          <a:xfrm>
            <a:off x="6053173" y="1656600"/>
            <a:ext cx="2191200" cy="4425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628" name="Google Shape;1628;p158"/>
          <p:cNvSpPr txBox="1"/>
          <p:nvPr>
            <p:ph idx="13" type="subTitle"/>
          </p:nvPr>
        </p:nvSpPr>
        <p:spPr>
          <a:xfrm>
            <a:off x="908250" y="3086800"/>
            <a:ext cx="2182500" cy="4425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629" name="Google Shape;1629;p158"/>
          <p:cNvSpPr txBox="1"/>
          <p:nvPr>
            <p:ph idx="14" type="subTitle"/>
          </p:nvPr>
        </p:nvSpPr>
        <p:spPr>
          <a:xfrm>
            <a:off x="3482836" y="3086800"/>
            <a:ext cx="2173800" cy="4425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630" name="Google Shape;1630;p158"/>
          <p:cNvSpPr txBox="1"/>
          <p:nvPr>
            <p:ph idx="15" type="subTitle"/>
          </p:nvPr>
        </p:nvSpPr>
        <p:spPr>
          <a:xfrm>
            <a:off x="6053173" y="3086800"/>
            <a:ext cx="2191200" cy="4425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_1">
    <p:spTree>
      <p:nvGrpSpPr>
        <p:cNvPr id="1631" name="Shape 1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2" name="Google Shape;1632;p159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33" name="Google Shape;1633;p159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634" name="Google Shape;1634;p159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35" name="Google Shape;1635;p159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636" name="Google Shape;1636;p159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637" name="Google Shape;1637;p159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None/>
              <a:defRPr>
                <a:solidFill>
                  <a:schemeClr val="dk2"/>
                </a:solidFill>
              </a:defRPr>
            </a:lvl1pPr>
            <a:lvl2pPr lvl="1" algn="ctr">
              <a:buNone/>
              <a:defRPr>
                <a:solidFill>
                  <a:schemeClr val="dk2"/>
                </a:solidFill>
              </a:defRPr>
            </a:lvl2pPr>
            <a:lvl3pPr lvl="2" algn="ctr">
              <a:buNone/>
              <a:defRPr>
                <a:solidFill>
                  <a:schemeClr val="dk2"/>
                </a:solidFill>
              </a:defRPr>
            </a:lvl3pPr>
            <a:lvl4pPr lvl="3" algn="ctr">
              <a:buNone/>
              <a:defRPr>
                <a:solidFill>
                  <a:schemeClr val="dk2"/>
                </a:solidFill>
              </a:defRPr>
            </a:lvl4pPr>
            <a:lvl5pPr lvl="4" algn="ctr">
              <a:buNone/>
              <a:defRPr>
                <a:solidFill>
                  <a:schemeClr val="dk2"/>
                </a:solidFill>
              </a:defRPr>
            </a:lvl5pPr>
            <a:lvl6pPr lvl="5" algn="ctr">
              <a:buNone/>
              <a:defRPr>
                <a:solidFill>
                  <a:schemeClr val="dk2"/>
                </a:solidFill>
              </a:defRPr>
            </a:lvl6pPr>
            <a:lvl7pPr lvl="6" algn="ctr">
              <a:buNone/>
              <a:defRPr>
                <a:solidFill>
                  <a:schemeClr val="dk2"/>
                </a:solidFill>
              </a:defRPr>
            </a:lvl7pPr>
            <a:lvl8pPr lvl="7" algn="ctr">
              <a:buNone/>
              <a:defRPr>
                <a:solidFill>
                  <a:schemeClr val="dk2"/>
                </a:solidFill>
              </a:defRPr>
            </a:lvl8pPr>
            <a:lvl9pPr lvl="8" algn="ctr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638" name="Google Shape;1638;p159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1639" name="Google Shape;1639;p159"/>
          <p:cNvSpPr txBox="1"/>
          <p:nvPr>
            <p:ph hasCustomPrompt="1" type="title"/>
          </p:nvPr>
        </p:nvSpPr>
        <p:spPr>
          <a:xfrm>
            <a:off x="2223600" y="552112"/>
            <a:ext cx="4696800" cy="768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640" name="Google Shape;1640;p159"/>
          <p:cNvSpPr txBox="1"/>
          <p:nvPr>
            <p:ph idx="1" type="subTitle"/>
          </p:nvPr>
        </p:nvSpPr>
        <p:spPr>
          <a:xfrm>
            <a:off x="2223600" y="1364275"/>
            <a:ext cx="4696800" cy="4287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1641" name="Google Shape;1641;p159"/>
          <p:cNvSpPr txBox="1"/>
          <p:nvPr>
            <p:ph hasCustomPrompt="1" idx="2" type="title"/>
          </p:nvPr>
        </p:nvSpPr>
        <p:spPr>
          <a:xfrm>
            <a:off x="2223600" y="1904368"/>
            <a:ext cx="4696800" cy="768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642" name="Google Shape;1642;p159"/>
          <p:cNvSpPr txBox="1"/>
          <p:nvPr>
            <p:ph idx="3" type="subTitle"/>
          </p:nvPr>
        </p:nvSpPr>
        <p:spPr>
          <a:xfrm>
            <a:off x="2223600" y="2716527"/>
            <a:ext cx="4696800" cy="4467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1643" name="Google Shape;1643;p159"/>
          <p:cNvSpPr txBox="1"/>
          <p:nvPr>
            <p:ph hasCustomPrompt="1" idx="4" type="title"/>
          </p:nvPr>
        </p:nvSpPr>
        <p:spPr>
          <a:xfrm>
            <a:off x="2223600" y="3256624"/>
            <a:ext cx="4696800" cy="768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644" name="Google Shape;1644;p159"/>
          <p:cNvSpPr txBox="1"/>
          <p:nvPr>
            <p:ph idx="5" type="subTitle"/>
          </p:nvPr>
        </p:nvSpPr>
        <p:spPr>
          <a:xfrm>
            <a:off x="2223600" y="4068797"/>
            <a:ext cx="4696800" cy="4467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1645" name="Shape 1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6" name="Google Shape;1646;p160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7" name="Google Shape;1647;p160"/>
          <p:cNvSpPr txBox="1"/>
          <p:nvPr>
            <p:ph type="title"/>
          </p:nvPr>
        </p:nvSpPr>
        <p:spPr>
          <a:xfrm>
            <a:off x="2347938" y="540000"/>
            <a:ext cx="44481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75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648" name="Google Shape;1648;p160"/>
          <p:cNvSpPr txBox="1"/>
          <p:nvPr>
            <p:ph idx="1" type="subTitle"/>
          </p:nvPr>
        </p:nvSpPr>
        <p:spPr>
          <a:xfrm>
            <a:off x="2347900" y="1717825"/>
            <a:ext cx="4448100" cy="12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649" name="Google Shape;1649;p160"/>
          <p:cNvSpPr txBox="1"/>
          <p:nvPr/>
        </p:nvSpPr>
        <p:spPr>
          <a:xfrm>
            <a:off x="2099100" y="3611950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CREDITS: This presentation template was created by </a:t>
            </a:r>
            <a:r>
              <a:rPr b="1" lang="en-GB" sz="1200" u="sng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b="1" lang="en-GB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,</a:t>
            </a:r>
            <a:r>
              <a:rPr lang="en-GB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and includes icons by</a:t>
            </a:r>
            <a:r>
              <a:rPr b="1" lang="en-GB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b="1" lang="en-GB" sz="1200" u="sng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1" lang="en-GB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,</a:t>
            </a:r>
            <a:r>
              <a:rPr lang="en-GB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and infographics &amp; images by </a:t>
            </a:r>
            <a:r>
              <a:rPr b="1" lang="en-GB" sz="1200" u="sng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b="1" lang="en-GB" sz="1200" u="sng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endParaRPr b="1" sz="1200" u="sng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cxnSp>
        <p:nvCxnSpPr>
          <p:cNvPr id="1650" name="Google Shape;1650;p160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651" name="Google Shape;1651;p160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52" name="Google Shape;1652;p160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653" name="Google Shape;1653;p160"/>
          <p:cNvCxnSpPr/>
          <p:nvPr/>
        </p:nvCxnSpPr>
        <p:spPr>
          <a:xfrm flipH="1" rot="10800000">
            <a:off x="347659" y="4749851"/>
            <a:ext cx="8448600" cy="33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oval"/>
          </a:ln>
        </p:spPr>
      </p:cxn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7">
    <p:spTree>
      <p:nvGrpSpPr>
        <p:cNvPr id="1654" name="Shape 1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5" name="Google Shape;1655;p161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6" name="Google Shape;1656;p16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657" name="Google Shape;1657;p161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658" name="Google Shape;1658;p161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59" name="Google Shape;1659;p161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660" name="Google Shape;1660;p161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661" name="Google Shape;1661;p161"/>
          <p:cNvSpPr txBox="1"/>
          <p:nvPr>
            <p:ph idx="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None/>
              <a:defRPr>
                <a:solidFill>
                  <a:schemeClr val="lt1"/>
                </a:solidFill>
              </a:defRPr>
            </a:lvl1pPr>
            <a:lvl2pPr lvl="1" algn="ctr">
              <a:buNone/>
              <a:defRPr>
                <a:solidFill>
                  <a:schemeClr val="lt1"/>
                </a:solidFill>
              </a:defRPr>
            </a:lvl2pPr>
            <a:lvl3pPr lvl="2" algn="ctr">
              <a:buNone/>
              <a:defRPr>
                <a:solidFill>
                  <a:schemeClr val="lt1"/>
                </a:solidFill>
              </a:defRPr>
            </a:lvl3pPr>
            <a:lvl4pPr lvl="3" algn="ctr">
              <a:buNone/>
              <a:defRPr>
                <a:solidFill>
                  <a:schemeClr val="lt1"/>
                </a:solidFill>
              </a:defRPr>
            </a:lvl4pPr>
            <a:lvl5pPr lvl="4" algn="ctr">
              <a:buNone/>
              <a:defRPr>
                <a:solidFill>
                  <a:schemeClr val="lt1"/>
                </a:solidFill>
              </a:defRPr>
            </a:lvl5pPr>
            <a:lvl6pPr lvl="5" algn="ctr">
              <a:buNone/>
              <a:defRPr>
                <a:solidFill>
                  <a:schemeClr val="lt1"/>
                </a:solidFill>
              </a:defRPr>
            </a:lvl6pPr>
            <a:lvl7pPr lvl="6" algn="ctr">
              <a:buNone/>
              <a:defRPr>
                <a:solidFill>
                  <a:schemeClr val="lt1"/>
                </a:solidFill>
              </a:defRPr>
            </a:lvl7pPr>
            <a:lvl8pPr lvl="7" algn="ctr">
              <a:buNone/>
              <a:defRPr>
                <a:solidFill>
                  <a:schemeClr val="lt1"/>
                </a:solidFill>
              </a:defRPr>
            </a:lvl8pPr>
            <a:lvl9pPr lvl="8" algn="ctr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662" name="Google Shape;1662;p161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8">
    <p:spTree>
      <p:nvGrpSpPr>
        <p:cNvPr id="1663" name="Shape 1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4" name="Google Shape;1664;p16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65" name="Google Shape;1665;p162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66" name="Google Shape;1666;p162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667" name="Google Shape;1667;p162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68" name="Google Shape;1668;p162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669" name="Google Shape;1669;p162"/>
          <p:cNvCxnSpPr/>
          <p:nvPr/>
        </p:nvCxnSpPr>
        <p:spPr>
          <a:xfrm flipH="1" rot="10800000">
            <a:off x="347659" y="4749851"/>
            <a:ext cx="8448600" cy="33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oval"/>
          </a:ln>
        </p:spPr>
      </p:cxn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1"/>
        </a:solidFill>
      </p:bgPr>
    </p:bg>
    <p:spTree>
      <p:nvGrpSpPr>
        <p:cNvPr id="1674" name="Shape 1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5" name="Google Shape;1675;p164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6" name="Google Shape;1676;p164"/>
          <p:cNvSpPr txBox="1"/>
          <p:nvPr>
            <p:ph type="ctrTitle"/>
          </p:nvPr>
        </p:nvSpPr>
        <p:spPr>
          <a:xfrm>
            <a:off x="1609200" y="1424875"/>
            <a:ext cx="5925600" cy="20793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b="0" sz="7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677" name="Google Shape;1677;p164"/>
          <p:cNvSpPr txBox="1"/>
          <p:nvPr>
            <p:ph idx="1" type="subTitle"/>
          </p:nvPr>
        </p:nvSpPr>
        <p:spPr>
          <a:xfrm>
            <a:off x="1609200" y="3573775"/>
            <a:ext cx="5942700" cy="4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lt1"/>
        </a:solidFill>
      </p:bgPr>
    </p:bg>
    <p:spTree>
      <p:nvGrpSpPr>
        <p:cNvPr id="1678" name="Shape 1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" name="Google Shape;1679;p165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0" name="Google Shape;1680;p165"/>
          <p:cNvSpPr txBox="1"/>
          <p:nvPr>
            <p:ph type="title"/>
          </p:nvPr>
        </p:nvSpPr>
        <p:spPr>
          <a:xfrm>
            <a:off x="3579950" y="1854500"/>
            <a:ext cx="36048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81" name="Google Shape;1681;p165"/>
          <p:cNvSpPr txBox="1"/>
          <p:nvPr>
            <p:ph hasCustomPrompt="1" idx="2" type="title"/>
          </p:nvPr>
        </p:nvSpPr>
        <p:spPr>
          <a:xfrm>
            <a:off x="1959250" y="1854500"/>
            <a:ext cx="11898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682" name="Google Shape;1682;p165"/>
          <p:cNvSpPr txBox="1"/>
          <p:nvPr>
            <p:ph idx="1" type="subTitle"/>
          </p:nvPr>
        </p:nvSpPr>
        <p:spPr>
          <a:xfrm>
            <a:off x="1959250" y="2939075"/>
            <a:ext cx="5225400" cy="446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1683" name="Google Shape;1683;p165"/>
          <p:cNvCxnSpPr/>
          <p:nvPr/>
        </p:nvCxnSpPr>
        <p:spPr>
          <a:xfrm rot="10800000">
            <a:off x="8761325" y="2079300"/>
            <a:ext cx="0" cy="9849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oval"/>
          </a:ln>
        </p:spPr>
      </p:cxnSp>
      <p:cxnSp>
        <p:nvCxnSpPr>
          <p:cNvPr id="1684" name="Google Shape;1684;p165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685" name="Google Shape;1685;p165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86" name="Google Shape;1686;p165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687" name="Google Shape;1687;p165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688" name="Google Shape;1688;p165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None/>
              <a:defRPr>
                <a:solidFill>
                  <a:schemeClr val="dk2"/>
                </a:solidFill>
              </a:defRPr>
            </a:lvl1pPr>
            <a:lvl2pPr lvl="1" algn="ctr">
              <a:buNone/>
              <a:defRPr>
                <a:solidFill>
                  <a:schemeClr val="dk2"/>
                </a:solidFill>
              </a:defRPr>
            </a:lvl2pPr>
            <a:lvl3pPr lvl="2" algn="ctr">
              <a:buNone/>
              <a:defRPr>
                <a:solidFill>
                  <a:schemeClr val="dk2"/>
                </a:solidFill>
              </a:defRPr>
            </a:lvl3pPr>
            <a:lvl4pPr lvl="3" algn="ctr">
              <a:buNone/>
              <a:defRPr>
                <a:solidFill>
                  <a:schemeClr val="dk2"/>
                </a:solidFill>
              </a:defRPr>
            </a:lvl4pPr>
            <a:lvl5pPr lvl="4" algn="ctr">
              <a:buNone/>
              <a:defRPr>
                <a:solidFill>
                  <a:schemeClr val="dk2"/>
                </a:solidFill>
              </a:defRPr>
            </a:lvl5pPr>
            <a:lvl6pPr lvl="5" algn="ctr">
              <a:buNone/>
              <a:defRPr>
                <a:solidFill>
                  <a:schemeClr val="dk2"/>
                </a:solidFill>
              </a:defRPr>
            </a:lvl6pPr>
            <a:lvl7pPr lvl="6" algn="ctr">
              <a:buNone/>
              <a:defRPr>
                <a:solidFill>
                  <a:schemeClr val="dk2"/>
                </a:solidFill>
              </a:defRPr>
            </a:lvl7pPr>
            <a:lvl8pPr lvl="7" algn="ctr">
              <a:buNone/>
              <a:defRPr>
                <a:solidFill>
                  <a:schemeClr val="dk2"/>
                </a:solidFill>
              </a:defRPr>
            </a:lvl8pPr>
            <a:lvl9pPr lvl="8" algn="ctr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689" name="Google Shape;1689;p165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690" name="Google Shape;1690;p165"/>
          <p:cNvCxnSpPr/>
          <p:nvPr/>
        </p:nvCxnSpPr>
        <p:spPr>
          <a:xfrm rot="10800000">
            <a:off x="394350" y="2079300"/>
            <a:ext cx="0" cy="9849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oval"/>
          </a:ln>
        </p:spPr>
      </p:cxn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91" name="Shape 1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2" name="Google Shape;1692;p166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93" name="Google Shape;1693;p166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694" name="Google Shape;1694;p166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95" name="Google Shape;1695;p166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696" name="Google Shape;1696;p166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697" name="Google Shape;1697;p166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None/>
              <a:defRPr>
                <a:solidFill>
                  <a:schemeClr val="dk2"/>
                </a:solidFill>
              </a:defRPr>
            </a:lvl1pPr>
            <a:lvl2pPr lvl="1" algn="ctr">
              <a:buNone/>
              <a:defRPr>
                <a:solidFill>
                  <a:schemeClr val="dk2"/>
                </a:solidFill>
              </a:defRPr>
            </a:lvl2pPr>
            <a:lvl3pPr lvl="2" algn="ctr">
              <a:buNone/>
              <a:defRPr>
                <a:solidFill>
                  <a:schemeClr val="dk2"/>
                </a:solidFill>
              </a:defRPr>
            </a:lvl3pPr>
            <a:lvl4pPr lvl="3" algn="ctr">
              <a:buNone/>
              <a:defRPr>
                <a:solidFill>
                  <a:schemeClr val="dk2"/>
                </a:solidFill>
              </a:defRPr>
            </a:lvl4pPr>
            <a:lvl5pPr lvl="4" algn="ctr">
              <a:buNone/>
              <a:defRPr>
                <a:solidFill>
                  <a:schemeClr val="dk2"/>
                </a:solidFill>
              </a:defRPr>
            </a:lvl5pPr>
            <a:lvl6pPr lvl="5" algn="ctr">
              <a:buNone/>
              <a:defRPr>
                <a:solidFill>
                  <a:schemeClr val="dk2"/>
                </a:solidFill>
              </a:defRPr>
            </a:lvl6pPr>
            <a:lvl7pPr lvl="6" algn="ctr">
              <a:buNone/>
              <a:defRPr>
                <a:solidFill>
                  <a:schemeClr val="dk2"/>
                </a:solidFill>
              </a:defRPr>
            </a:lvl7pPr>
            <a:lvl8pPr lvl="7" algn="ctr">
              <a:buNone/>
              <a:defRPr>
                <a:solidFill>
                  <a:schemeClr val="dk2"/>
                </a:solidFill>
              </a:defRPr>
            </a:lvl8pPr>
            <a:lvl9pPr lvl="8" algn="ctr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698" name="Google Shape;1698;p166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1699" name="Google Shape;1699;p16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700" name="Google Shape;1700;p166"/>
          <p:cNvSpPr txBox="1"/>
          <p:nvPr>
            <p:ph idx="1" type="body"/>
          </p:nvPr>
        </p:nvSpPr>
        <p:spPr>
          <a:xfrm>
            <a:off x="720000" y="1215750"/>
            <a:ext cx="7704000" cy="323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Nunito Ligh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C800"/>
              </a:buClr>
              <a:buSzPts val="1200"/>
              <a:buFont typeface="Nunito Light"/>
              <a:buChar char="■"/>
              <a:defRPr/>
            </a:lvl3pPr>
            <a:lvl4pPr indent="-3048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C800"/>
              </a:buClr>
              <a:buSzPts val="1200"/>
              <a:buFont typeface="Nunito Light"/>
              <a:buChar char="●"/>
              <a:defRPr/>
            </a:lvl4pPr>
            <a:lvl5pPr indent="-3048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○"/>
              <a:defRPr/>
            </a:lvl5pPr>
            <a:lvl6pPr indent="-3048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■"/>
              <a:defRPr/>
            </a:lvl6pPr>
            <a:lvl7pPr indent="-3048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●"/>
              <a:defRPr/>
            </a:lvl7pPr>
            <a:lvl8pPr indent="-3048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○"/>
              <a:defRPr/>
            </a:lvl8pPr>
            <a:lvl9pPr indent="-3048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2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701" name="Shape 1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2" name="Google Shape;1702;p167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03" name="Google Shape;1703;p167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704" name="Google Shape;1704;p167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05" name="Google Shape;1705;p167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706" name="Google Shape;1706;p167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707" name="Google Shape;1707;p167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None/>
              <a:defRPr>
                <a:solidFill>
                  <a:schemeClr val="dk2"/>
                </a:solidFill>
              </a:defRPr>
            </a:lvl1pPr>
            <a:lvl2pPr lvl="1" algn="ctr">
              <a:buNone/>
              <a:defRPr>
                <a:solidFill>
                  <a:schemeClr val="dk2"/>
                </a:solidFill>
              </a:defRPr>
            </a:lvl2pPr>
            <a:lvl3pPr lvl="2" algn="ctr">
              <a:buNone/>
              <a:defRPr>
                <a:solidFill>
                  <a:schemeClr val="dk2"/>
                </a:solidFill>
              </a:defRPr>
            </a:lvl3pPr>
            <a:lvl4pPr lvl="3" algn="ctr">
              <a:buNone/>
              <a:defRPr>
                <a:solidFill>
                  <a:schemeClr val="dk2"/>
                </a:solidFill>
              </a:defRPr>
            </a:lvl4pPr>
            <a:lvl5pPr lvl="4" algn="ctr">
              <a:buNone/>
              <a:defRPr>
                <a:solidFill>
                  <a:schemeClr val="dk2"/>
                </a:solidFill>
              </a:defRPr>
            </a:lvl5pPr>
            <a:lvl6pPr lvl="5" algn="ctr">
              <a:buNone/>
              <a:defRPr>
                <a:solidFill>
                  <a:schemeClr val="dk2"/>
                </a:solidFill>
              </a:defRPr>
            </a:lvl6pPr>
            <a:lvl7pPr lvl="6" algn="ctr">
              <a:buNone/>
              <a:defRPr>
                <a:solidFill>
                  <a:schemeClr val="dk2"/>
                </a:solidFill>
              </a:defRPr>
            </a:lvl7pPr>
            <a:lvl8pPr lvl="7" algn="ctr">
              <a:buNone/>
              <a:defRPr>
                <a:solidFill>
                  <a:schemeClr val="dk2"/>
                </a:solidFill>
              </a:defRPr>
            </a:lvl8pPr>
            <a:lvl9pPr lvl="8" algn="ctr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708" name="Google Shape;1708;p167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1709" name="Google Shape;1709;p16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710" name="Google Shape;1710;p167"/>
          <p:cNvSpPr txBox="1"/>
          <p:nvPr>
            <p:ph idx="1" type="subTitle"/>
          </p:nvPr>
        </p:nvSpPr>
        <p:spPr>
          <a:xfrm>
            <a:off x="4747387" y="1872353"/>
            <a:ext cx="3698100" cy="27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b="0"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9pPr>
          </a:lstStyle>
          <a:p/>
        </p:txBody>
      </p:sp>
      <p:sp>
        <p:nvSpPr>
          <p:cNvPr id="1711" name="Google Shape;1711;p167"/>
          <p:cNvSpPr txBox="1"/>
          <p:nvPr>
            <p:ph idx="2" type="subTitle"/>
          </p:nvPr>
        </p:nvSpPr>
        <p:spPr>
          <a:xfrm>
            <a:off x="726675" y="1872353"/>
            <a:ext cx="3698100" cy="27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b="0" sz="1400"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9pPr>
          </a:lstStyle>
          <a:p/>
        </p:txBody>
      </p:sp>
      <p:sp>
        <p:nvSpPr>
          <p:cNvPr id="1712" name="Google Shape;1712;p167"/>
          <p:cNvSpPr txBox="1"/>
          <p:nvPr>
            <p:ph idx="3" type="subTitle"/>
          </p:nvPr>
        </p:nvSpPr>
        <p:spPr>
          <a:xfrm>
            <a:off x="726675" y="1313225"/>
            <a:ext cx="3698100" cy="4224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3" name="Google Shape;1713;p167"/>
          <p:cNvSpPr txBox="1"/>
          <p:nvPr>
            <p:ph idx="4" type="subTitle"/>
          </p:nvPr>
        </p:nvSpPr>
        <p:spPr>
          <a:xfrm>
            <a:off x="4747375" y="1313225"/>
            <a:ext cx="3698100" cy="4224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14" name="Shape 1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5" name="Google Shape;1715;p168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16" name="Google Shape;1716;p168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717" name="Google Shape;1717;p168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18" name="Google Shape;1718;p168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719" name="Google Shape;1719;p168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720" name="Google Shape;1720;p168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None/>
              <a:defRPr>
                <a:solidFill>
                  <a:schemeClr val="dk2"/>
                </a:solidFill>
              </a:defRPr>
            </a:lvl1pPr>
            <a:lvl2pPr lvl="1" algn="ctr">
              <a:buNone/>
              <a:defRPr>
                <a:solidFill>
                  <a:schemeClr val="dk2"/>
                </a:solidFill>
              </a:defRPr>
            </a:lvl2pPr>
            <a:lvl3pPr lvl="2" algn="ctr">
              <a:buNone/>
              <a:defRPr>
                <a:solidFill>
                  <a:schemeClr val="dk2"/>
                </a:solidFill>
              </a:defRPr>
            </a:lvl3pPr>
            <a:lvl4pPr lvl="3" algn="ctr">
              <a:buNone/>
              <a:defRPr>
                <a:solidFill>
                  <a:schemeClr val="dk2"/>
                </a:solidFill>
              </a:defRPr>
            </a:lvl4pPr>
            <a:lvl5pPr lvl="4" algn="ctr">
              <a:buNone/>
              <a:defRPr>
                <a:solidFill>
                  <a:schemeClr val="dk2"/>
                </a:solidFill>
              </a:defRPr>
            </a:lvl5pPr>
            <a:lvl6pPr lvl="5" algn="ctr">
              <a:buNone/>
              <a:defRPr>
                <a:solidFill>
                  <a:schemeClr val="dk2"/>
                </a:solidFill>
              </a:defRPr>
            </a:lvl6pPr>
            <a:lvl7pPr lvl="6" algn="ctr">
              <a:buNone/>
              <a:defRPr>
                <a:solidFill>
                  <a:schemeClr val="dk2"/>
                </a:solidFill>
              </a:defRPr>
            </a:lvl7pPr>
            <a:lvl8pPr lvl="7" algn="ctr">
              <a:buNone/>
              <a:defRPr>
                <a:solidFill>
                  <a:schemeClr val="dk2"/>
                </a:solidFill>
              </a:defRPr>
            </a:lvl8pPr>
            <a:lvl9pPr lvl="8" algn="ctr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721" name="Google Shape;1721;p168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1722" name="Google Shape;1722;p16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723" name="Shape 1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4" name="Google Shape;1724;p169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25" name="Google Shape;1725;p169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726" name="Google Shape;1726;p169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27" name="Google Shape;1727;p169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728" name="Google Shape;1728;p169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729" name="Google Shape;1729;p169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None/>
              <a:defRPr>
                <a:solidFill>
                  <a:schemeClr val="dk2"/>
                </a:solidFill>
              </a:defRPr>
            </a:lvl1pPr>
            <a:lvl2pPr lvl="1" algn="ctr">
              <a:buNone/>
              <a:defRPr>
                <a:solidFill>
                  <a:schemeClr val="dk2"/>
                </a:solidFill>
              </a:defRPr>
            </a:lvl2pPr>
            <a:lvl3pPr lvl="2" algn="ctr">
              <a:buNone/>
              <a:defRPr>
                <a:solidFill>
                  <a:schemeClr val="dk2"/>
                </a:solidFill>
              </a:defRPr>
            </a:lvl3pPr>
            <a:lvl4pPr lvl="3" algn="ctr">
              <a:buNone/>
              <a:defRPr>
                <a:solidFill>
                  <a:schemeClr val="dk2"/>
                </a:solidFill>
              </a:defRPr>
            </a:lvl4pPr>
            <a:lvl5pPr lvl="4" algn="ctr">
              <a:buNone/>
              <a:defRPr>
                <a:solidFill>
                  <a:schemeClr val="dk2"/>
                </a:solidFill>
              </a:defRPr>
            </a:lvl5pPr>
            <a:lvl6pPr lvl="5" algn="ctr">
              <a:buNone/>
              <a:defRPr>
                <a:solidFill>
                  <a:schemeClr val="dk2"/>
                </a:solidFill>
              </a:defRPr>
            </a:lvl6pPr>
            <a:lvl7pPr lvl="6" algn="ctr">
              <a:buNone/>
              <a:defRPr>
                <a:solidFill>
                  <a:schemeClr val="dk2"/>
                </a:solidFill>
              </a:defRPr>
            </a:lvl7pPr>
            <a:lvl8pPr lvl="7" algn="ctr">
              <a:buNone/>
              <a:defRPr>
                <a:solidFill>
                  <a:schemeClr val="dk2"/>
                </a:solidFill>
              </a:defRPr>
            </a:lvl8pPr>
            <a:lvl9pPr lvl="8" algn="ctr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730" name="Google Shape;1730;p169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1731" name="Google Shape;1731;p169"/>
          <p:cNvSpPr txBox="1"/>
          <p:nvPr>
            <p:ph type="title"/>
          </p:nvPr>
        </p:nvSpPr>
        <p:spPr>
          <a:xfrm>
            <a:off x="720000" y="445025"/>
            <a:ext cx="6266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732" name="Google Shape;1732;p169"/>
          <p:cNvSpPr txBox="1"/>
          <p:nvPr>
            <p:ph idx="1" type="subTitle"/>
          </p:nvPr>
        </p:nvSpPr>
        <p:spPr>
          <a:xfrm>
            <a:off x="720000" y="1347250"/>
            <a:ext cx="7324500" cy="317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733" name="Shape 1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4" name="Google Shape;1734;p170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5" name="Google Shape;1735;p170"/>
          <p:cNvSpPr txBox="1"/>
          <p:nvPr>
            <p:ph type="title"/>
          </p:nvPr>
        </p:nvSpPr>
        <p:spPr>
          <a:xfrm>
            <a:off x="969825" y="2079259"/>
            <a:ext cx="7204500" cy="87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cxnSp>
        <p:nvCxnSpPr>
          <p:cNvPr id="1736" name="Google Shape;1736;p170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737" name="Google Shape;1737;p170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38" name="Google Shape;1738;p170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739" name="Google Shape;1739;p170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740" name="Google Shape;1740;p170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None/>
              <a:defRPr>
                <a:solidFill>
                  <a:schemeClr val="dk2"/>
                </a:solidFill>
              </a:defRPr>
            </a:lvl1pPr>
            <a:lvl2pPr lvl="1" algn="ctr">
              <a:buNone/>
              <a:defRPr>
                <a:solidFill>
                  <a:schemeClr val="dk2"/>
                </a:solidFill>
              </a:defRPr>
            </a:lvl2pPr>
            <a:lvl3pPr lvl="2" algn="ctr">
              <a:buNone/>
              <a:defRPr>
                <a:solidFill>
                  <a:schemeClr val="dk2"/>
                </a:solidFill>
              </a:defRPr>
            </a:lvl3pPr>
            <a:lvl4pPr lvl="3" algn="ctr">
              <a:buNone/>
              <a:defRPr>
                <a:solidFill>
                  <a:schemeClr val="dk2"/>
                </a:solidFill>
              </a:defRPr>
            </a:lvl4pPr>
            <a:lvl5pPr lvl="4" algn="ctr">
              <a:buNone/>
              <a:defRPr>
                <a:solidFill>
                  <a:schemeClr val="dk2"/>
                </a:solidFill>
              </a:defRPr>
            </a:lvl5pPr>
            <a:lvl6pPr lvl="5" algn="ctr">
              <a:buNone/>
              <a:defRPr>
                <a:solidFill>
                  <a:schemeClr val="dk2"/>
                </a:solidFill>
              </a:defRPr>
            </a:lvl6pPr>
            <a:lvl7pPr lvl="6" algn="ctr">
              <a:buNone/>
              <a:defRPr>
                <a:solidFill>
                  <a:schemeClr val="dk2"/>
                </a:solidFill>
              </a:defRPr>
            </a:lvl7pPr>
            <a:lvl8pPr lvl="7" algn="ctr">
              <a:buNone/>
              <a:defRPr>
                <a:solidFill>
                  <a:schemeClr val="dk2"/>
                </a:solidFill>
              </a:defRPr>
            </a:lvl8pPr>
            <a:lvl9pPr lvl="8" algn="ctr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741" name="Google Shape;1741;p170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742" name="Shape 1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3" name="Google Shape;1743;p171"/>
          <p:cNvSpPr txBox="1"/>
          <p:nvPr>
            <p:ph type="title"/>
          </p:nvPr>
        </p:nvSpPr>
        <p:spPr>
          <a:xfrm>
            <a:off x="720000" y="1413525"/>
            <a:ext cx="4294800" cy="209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744" name="Google Shape;1744;p171"/>
          <p:cNvSpPr txBox="1"/>
          <p:nvPr>
            <p:ph idx="1" type="subTitle"/>
          </p:nvPr>
        </p:nvSpPr>
        <p:spPr>
          <a:xfrm>
            <a:off x="720000" y="3508800"/>
            <a:ext cx="4294800" cy="100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745" name="Google Shape;1745;p17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746" name="Shape 1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7" name="Google Shape;1747;p172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748" name="Google Shape;1748;p172"/>
          <p:cNvSpPr txBox="1"/>
          <p:nvPr>
            <p:ph type="title"/>
          </p:nvPr>
        </p:nvSpPr>
        <p:spPr>
          <a:xfrm>
            <a:off x="713225" y="4162975"/>
            <a:ext cx="7917300" cy="541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749" name="Shape 1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0" name="Google Shape;1750;p173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51" name="Google Shape;1751;p173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752" name="Google Shape;1752;p173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53" name="Google Shape;1753;p173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754" name="Google Shape;1754;p173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755" name="Google Shape;1755;p173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None/>
              <a:defRPr>
                <a:solidFill>
                  <a:schemeClr val="dk2"/>
                </a:solidFill>
              </a:defRPr>
            </a:lvl1pPr>
            <a:lvl2pPr lvl="1" algn="ctr">
              <a:buNone/>
              <a:defRPr>
                <a:solidFill>
                  <a:schemeClr val="dk2"/>
                </a:solidFill>
              </a:defRPr>
            </a:lvl2pPr>
            <a:lvl3pPr lvl="2" algn="ctr">
              <a:buNone/>
              <a:defRPr>
                <a:solidFill>
                  <a:schemeClr val="dk2"/>
                </a:solidFill>
              </a:defRPr>
            </a:lvl3pPr>
            <a:lvl4pPr lvl="3" algn="ctr">
              <a:buNone/>
              <a:defRPr>
                <a:solidFill>
                  <a:schemeClr val="dk2"/>
                </a:solidFill>
              </a:defRPr>
            </a:lvl4pPr>
            <a:lvl5pPr lvl="4" algn="ctr">
              <a:buNone/>
              <a:defRPr>
                <a:solidFill>
                  <a:schemeClr val="dk2"/>
                </a:solidFill>
              </a:defRPr>
            </a:lvl5pPr>
            <a:lvl6pPr lvl="5" algn="ctr">
              <a:buNone/>
              <a:defRPr>
                <a:solidFill>
                  <a:schemeClr val="dk2"/>
                </a:solidFill>
              </a:defRPr>
            </a:lvl6pPr>
            <a:lvl7pPr lvl="6" algn="ctr">
              <a:buNone/>
              <a:defRPr>
                <a:solidFill>
                  <a:schemeClr val="dk2"/>
                </a:solidFill>
              </a:defRPr>
            </a:lvl7pPr>
            <a:lvl8pPr lvl="7" algn="ctr">
              <a:buNone/>
              <a:defRPr>
                <a:solidFill>
                  <a:schemeClr val="dk2"/>
                </a:solidFill>
              </a:defRPr>
            </a:lvl8pPr>
            <a:lvl9pPr lvl="8" algn="ctr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756" name="Google Shape;1756;p173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1757" name="Google Shape;1757;p173"/>
          <p:cNvSpPr txBox="1"/>
          <p:nvPr>
            <p:ph hasCustomPrompt="1" type="title"/>
          </p:nvPr>
        </p:nvSpPr>
        <p:spPr>
          <a:xfrm>
            <a:off x="1284000" y="1429725"/>
            <a:ext cx="6576000" cy="140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758" name="Google Shape;1758;p173"/>
          <p:cNvSpPr txBox="1"/>
          <p:nvPr>
            <p:ph idx="1" type="subTitle"/>
          </p:nvPr>
        </p:nvSpPr>
        <p:spPr>
          <a:xfrm>
            <a:off x="1284000" y="2985500"/>
            <a:ext cx="6576000" cy="4971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2"/>
        </a:solidFill>
      </p:bgPr>
    </p:bg>
    <p:spTree>
      <p:nvGrpSpPr>
        <p:cNvPr id="1759" name="Shape 175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1760" name="Shape 1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" name="Google Shape;1761;p175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2" name="Google Shape;1762;p17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763" name="Google Shape;1763;p175"/>
          <p:cNvSpPr txBox="1"/>
          <p:nvPr>
            <p:ph idx="1" type="subTitle"/>
          </p:nvPr>
        </p:nvSpPr>
        <p:spPr>
          <a:xfrm>
            <a:off x="713225" y="2018125"/>
            <a:ext cx="2426100" cy="538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764" name="Google Shape;1764;p175"/>
          <p:cNvSpPr txBox="1"/>
          <p:nvPr>
            <p:ph idx="2" type="subTitle"/>
          </p:nvPr>
        </p:nvSpPr>
        <p:spPr>
          <a:xfrm>
            <a:off x="713225" y="3870728"/>
            <a:ext cx="2426100" cy="538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765" name="Google Shape;1765;p175"/>
          <p:cNvSpPr txBox="1"/>
          <p:nvPr>
            <p:ph idx="3" type="subTitle"/>
          </p:nvPr>
        </p:nvSpPr>
        <p:spPr>
          <a:xfrm>
            <a:off x="3359125" y="3870725"/>
            <a:ext cx="2426100" cy="538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766" name="Google Shape;1766;p175"/>
          <p:cNvSpPr txBox="1"/>
          <p:nvPr>
            <p:ph idx="4" type="subTitle"/>
          </p:nvPr>
        </p:nvSpPr>
        <p:spPr>
          <a:xfrm>
            <a:off x="3359125" y="2018025"/>
            <a:ext cx="2426100" cy="538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767" name="Google Shape;1767;p175"/>
          <p:cNvSpPr txBox="1"/>
          <p:nvPr>
            <p:ph hasCustomPrompt="1" idx="5" type="title"/>
          </p:nvPr>
        </p:nvSpPr>
        <p:spPr>
          <a:xfrm>
            <a:off x="713225" y="1141288"/>
            <a:ext cx="656100" cy="4380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768" name="Google Shape;1768;p175"/>
          <p:cNvSpPr txBox="1"/>
          <p:nvPr>
            <p:ph hasCustomPrompt="1" idx="6" type="title"/>
          </p:nvPr>
        </p:nvSpPr>
        <p:spPr>
          <a:xfrm>
            <a:off x="3359125" y="2994063"/>
            <a:ext cx="656100" cy="438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769" name="Google Shape;1769;p175"/>
          <p:cNvSpPr txBox="1"/>
          <p:nvPr>
            <p:ph hasCustomPrompt="1" idx="7" type="title"/>
          </p:nvPr>
        </p:nvSpPr>
        <p:spPr>
          <a:xfrm>
            <a:off x="713225" y="2994063"/>
            <a:ext cx="656100" cy="438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770" name="Google Shape;1770;p175"/>
          <p:cNvSpPr txBox="1"/>
          <p:nvPr>
            <p:ph hasCustomPrompt="1" idx="8" type="title"/>
          </p:nvPr>
        </p:nvSpPr>
        <p:spPr>
          <a:xfrm>
            <a:off x="3359125" y="1142055"/>
            <a:ext cx="656100" cy="4380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771" name="Google Shape;1771;p175"/>
          <p:cNvSpPr txBox="1"/>
          <p:nvPr>
            <p:ph idx="9" type="subTitle"/>
          </p:nvPr>
        </p:nvSpPr>
        <p:spPr>
          <a:xfrm>
            <a:off x="5997638" y="3870725"/>
            <a:ext cx="2426100" cy="538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772" name="Google Shape;1772;p175"/>
          <p:cNvSpPr txBox="1"/>
          <p:nvPr>
            <p:ph idx="13" type="subTitle"/>
          </p:nvPr>
        </p:nvSpPr>
        <p:spPr>
          <a:xfrm>
            <a:off x="5997638" y="2018025"/>
            <a:ext cx="2426100" cy="538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773" name="Google Shape;1773;p175"/>
          <p:cNvSpPr txBox="1"/>
          <p:nvPr>
            <p:ph hasCustomPrompt="1" idx="14" type="title"/>
          </p:nvPr>
        </p:nvSpPr>
        <p:spPr>
          <a:xfrm>
            <a:off x="5997638" y="2994063"/>
            <a:ext cx="656100" cy="438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774" name="Google Shape;1774;p175"/>
          <p:cNvSpPr txBox="1"/>
          <p:nvPr>
            <p:ph hasCustomPrompt="1" idx="15" type="title"/>
          </p:nvPr>
        </p:nvSpPr>
        <p:spPr>
          <a:xfrm>
            <a:off x="5997638" y="1142055"/>
            <a:ext cx="656100" cy="4380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775" name="Google Shape;1775;p175"/>
          <p:cNvSpPr txBox="1"/>
          <p:nvPr>
            <p:ph idx="16" type="subTitle"/>
          </p:nvPr>
        </p:nvSpPr>
        <p:spPr>
          <a:xfrm>
            <a:off x="713225" y="1594575"/>
            <a:ext cx="2423100" cy="4389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latin typeface="Quicksand"/>
                <a:ea typeface="Quicksand"/>
                <a:cs typeface="Quicksand"/>
                <a:sym typeface="Quicksa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776" name="Google Shape;1776;p175"/>
          <p:cNvSpPr txBox="1"/>
          <p:nvPr>
            <p:ph idx="17" type="subTitle"/>
          </p:nvPr>
        </p:nvSpPr>
        <p:spPr>
          <a:xfrm>
            <a:off x="713225" y="3447136"/>
            <a:ext cx="2423100" cy="4284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latin typeface="Quicksand"/>
                <a:ea typeface="Quicksand"/>
                <a:cs typeface="Quicksand"/>
                <a:sym typeface="Quicksa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777" name="Google Shape;1777;p175"/>
          <p:cNvSpPr txBox="1"/>
          <p:nvPr>
            <p:ph idx="18" type="subTitle"/>
          </p:nvPr>
        </p:nvSpPr>
        <p:spPr>
          <a:xfrm>
            <a:off x="3359125" y="3447125"/>
            <a:ext cx="2423100" cy="4284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latin typeface="Quicksand"/>
                <a:ea typeface="Quicksand"/>
                <a:cs typeface="Quicksand"/>
                <a:sym typeface="Quicksa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778" name="Google Shape;1778;p175"/>
          <p:cNvSpPr txBox="1"/>
          <p:nvPr>
            <p:ph idx="19" type="subTitle"/>
          </p:nvPr>
        </p:nvSpPr>
        <p:spPr>
          <a:xfrm>
            <a:off x="3359125" y="1594575"/>
            <a:ext cx="2423100" cy="4389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latin typeface="Quicksand"/>
                <a:ea typeface="Quicksand"/>
                <a:cs typeface="Quicksand"/>
                <a:sym typeface="Quicksa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779" name="Google Shape;1779;p175"/>
          <p:cNvSpPr txBox="1"/>
          <p:nvPr>
            <p:ph idx="20" type="subTitle"/>
          </p:nvPr>
        </p:nvSpPr>
        <p:spPr>
          <a:xfrm>
            <a:off x="5997638" y="3447125"/>
            <a:ext cx="2423100" cy="4284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latin typeface="Quicksand"/>
                <a:ea typeface="Quicksand"/>
                <a:cs typeface="Quicksand"/>
                <a:sym typeface="Quicksa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780" name="Google Shape;1780;p175"/>
          <p:cNvSpPr txBox="1"/>
          <p:nvPr>
            <p:ph idx="21" type="subTitle"/>
          </p:nvPr>
        </p:nvSpPr>
        <p:spPr>
          <a:xfrm>
            <a:off x="5997638" y="1594575"/>
            <a:ext cx="2423100" cy="4389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latin typeface="Quicksand"/>
                <a:ea typeface="Quicksand"/>
                <a:cs typeface="Quicksand"/>
                <a:sym typeface="Quicksa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cxnSp>
        <p:nvCxnSpPr>
          <p:cNvPr id="1781" name="Google Shape;1781;p175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782" name="Google Shape;1782;p175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83" name="Google Shape;1783;p175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784" name="Google Shape;1784;p175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785" name="Google Shape;1785;p175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None/>
              <a:defRPr>
                <a:solidFill>
                  <a:schemeClr val="dk2"/>
                </a:solidFill>
              </a:defRPr>
            </a:lvl1pPr>
            <a:lvl2pPr lvl="1" algn="ctr">
              <a:buNone/>
              <a:defRPr>
                <a:solidFill>
                  <a:schemeClr val="dk2"/>
                </a:solidFill>
              </a:defRPr>
            </a:lvl2pPr>
            <a:lvl3pPr lvl="2" algn="ctr">
              <a:buNone/>
              <a:defRPr>
                <a:solidFill>
                  <a:schemeClr val="dk2"/>
                </a:solidFill>
              </a:defRPr>
            </a:lvl3pPr>
            <a:lvl4pPr lvl="3" algn="ctr">
              <a:buNone/>
              <a:defRPr>
                <a:solidFill>
                  <a:schemeClr val="dk2"/>
                </a:solidFill>
              </a:defRPr>
            </a:lvl4pPr>
            <a:lvl5pPr lvl="4" algn="ctr">
              <a:buNone/>
              <a:defRPr>
                <a:solidFill>
                  <a:schemeClr val="dk2"/>
                </a:solidFill>
              </a:defRPr>
            </a:lvl5pPr>
            <a:lvl6pPr lvl="5" algn="ctr">
              <a:buNone/>
              <a:defRPr>
                <a:solidFill>
                  <a:schemeClr val="dk2"/>
                </a:solidFill>
              </a:defRPr>
            </a:lvl6pPr>
            <a:lvl7pPr lvl="6" algn="ctr">
              <a:buNone/>
              <a:defRPr>
                <a:solidFill>
                  <a:schemeClr val="dk2"/>
                </a:solidFill>
              </a:defRPr>
            </a:lvl7pPr>
            <a:lvl8pPr lvl="7" algn="ctr">
              <a:buNone/>
              <a:defRPr>
                <a:solidFill>
                  <a:schemeClr val="dk2"/>
                </a:solidFill>
              </a:defRPr>
            </a:lvl8pPr>
            <a:lvl9pPr lvl="8" algn="ctr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786" name="Google Shape;1786;p175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1787" name="Shape 1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8" name="Google Shape;1788;p176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89" name="Google Shape;1789;p176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790" name="Google Shape;1790;p176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91" name="Google Shape;1791;p176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792" name="Google Shape;1792;p176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793" name="Google Shape;1793;p176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None/>
              <a:defRPr>
                <a:solidFill>
                  <a:schemeClr val="dk2"/>
                </a:solidFill>
              </a:defRPr>
            </a:lvl1pPr>
            <a:lvl2pPr lvl="1" algn="ctr">
              <a:buNone/>
              <a:defRPr>
                <a:solidFill>
                  <a:schemeClr val="dk2"/>
                </a:solidFill>
              </a:defRPr>
            </a:lvl2pPr>
            <a:lvl3pPr lvl="2" algn="ctr">
              <a:buNone/>
              <a:defRPr>
                <a:solidFill>
                  <a:schemeClr val="dk2"/>
                </a:solidFill>
              </a:defRPr>
            </a:lvl3pPr>
            <a:lvl4pPr lvl="3" algn="ctr">
              <a:buNone/>
              <a:defRPr>
                <a:solidFill>
                  <a:schemeClr val="dk2"/>
                </a:solidFill>
              </a:defRPr>
            </a:lvl4pPr>
            <a:lvl5pPr lvl="4" algn="ctr">
              <a:buNone/>
              <a:defRPr>
                <a:solidFill>
                  <a:schemeClr val="dk2"/>
                </a:solidFill>
              </a:defRPr>
            </a:lvl5pPr>
            <a:lvl6pPr lvl="5" algn="ctr">
              <a:buNone/>
              <a:defRPr>
                <a:solidFill>
                  <a:schemeClr val="dk2"/>
                </a:solidFill>
              </a:defRPr>
            </a:lvl6pPr>
            <a:lvl7pPr lvl="6" algn="ctr">
              <a:buNone/>
              <a:defRPr>
                <a:solidFill>
                  <a:schemeClr val="dk2"/>
                </a:solidFill>
              </a:defRPr>
            </a:lvl7pPr>
            <a:lvl8pPr lvl="7" algn="ctr">
              <a:buNone/>
              <a:defRPr>
                <a:solidFill>
                  <a:schemeClr val="dk2"/>
                </a:solidFill>
              </a:defRPr>
            </a:lvl8pPr>
            <a:lvl9pPr lvl="8" algn="ctr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794" name="Google Shape;1794;p176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1795" name="Google Shape;1795;p176"/>
          <p:cNvSpPr txBox="1"/>
          <p:nvPr>
            <p:ph type="title"/>
          </p:nvPr>
        </p:nvSpPr>
        <p:spPr>
          <a:xfrm>
            <a:off x="969900" y="3387600"/>
            <a:ext cx="7204200" cy="5319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796" name="Google Shape;1796;p176"/>
          <p:cNvSpPr txBox="1"/>
          <p:nvPr>
            <p:ph idx="1" type="subTitle"/>
          </p:nvPr>
        </p:nvSpPr>
        <p:spPr>
          <a:xfrm>
            <a:off x="969900" y="1312625"/>
            <a:ext cx="7204200" cy="147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9">
    <p:spTree>
      <p:nvGrpSpPr>
        <p:cNvPr id="1797" name="Shape 1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8" name="Google Shape;1798;p177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99" name="Google Shape;1799;p177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800" name="Google Shape;1800;p177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01" name="Google Shape;1801;p177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802" name="Google Shape;1802;p177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803" name="Google Shape;1803;p177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None/>
              <a:defRPr>
                <a:solidFill>
                  <a:schemeClr val="dk2"/>
                </a:solidFill>
              </a:defRPr>
            </a:lvl1pPr>
            <a:lvl2pPr lvl="1" algn="ctr">
              <a:buNone/>
              <a:defRPr>
                <a:solidFill>
                  <a:schemeClr val="dk2"/>
                </a:solidFill>
              </a:defRPr>
            </a:lvl2pPr>
            <a:lvl3pPr lvl="2" algn="ctr">
              <a:buNone/>
              <a:defRPr>
                <a:solidFill>
                  <a:schemeClr val="dk2"/>
                </a:solidFill>
              </a:defRPr>
            </a:lvl3pPr>
            <a:lvl4pPr lvl="3" algn="ctr">
              <a:buNone/>
              <a:defRPr>
                <a:solidFill>
                  <a:schemeClr val="dk2"/>
                </a:solidFill>
              </a:defRPr>
            </a:lvl4pPr>
            <a:lvl5pPr lvl="4" algn="ctr">
              <a:buNone/>
              <a:defRPr>
                <a:solidFill>
                  <a:schemeClr val="dk2"/>
                </a:solidFill>
              </a:defRPr>
            </a:lvl5pPr>
            <a:lvl6pPr lvl="5" algn="ctr">
              <a:buNone/>
              <a:defRPr>
                <a:solidFill>
                  <a:schemeClr val="dk2"/>
                </a:solidFill>
              </a:defRPr>
            </a:lvl6pPr>
            <a:lvl7pPr lvl="6" algn="ctr">
              <a:buNone/>
              <a:defRPr>
                <a:solidFill>
                  <a:schemeClr val="dk2"/>
                </a:solidFill>
              </a:defRPr>
            </a:lvl7pPr>
            <a:lvl8pPr lvl="7" algn="ctr">
              <a:buNone/>
              <a:defRPr>
                <a:solidFill>
                  <a:schemeClr val="dk2"/>
                </a:solidFill>
              </a:defRPr>
            </a:lvl8pPr>
            <a:lvl9pPr lvl="8" algn="ctr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804" name="Google Shape;1804;p177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1805" name="Google Shape;1805;p177"/>
          <p:cNvSpPr txBox="1"/>
          <p:nvPr>
            <p:ph type="title"/>
          </p:nvPr>
        </p:nvSpPr>
        <p:spPr>
          <a:xfrm>
            <a:off x="720000" y="1148563"/>
            <a:ext cx="3944700" cy="160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806" name="Google Shape;1806;p177"/>
          <p:cNvSpPr txBox="1"/>
          <p:nvPr>
            <p:ph idx="1" type="subTitle"/>
          </p:nvPr>
        </p:nvSpPr>
        <p:spPr>
          <a:xfrm>
            <a:off x="720000" y="2878638"/>
            <a:ext cx="3944700" cy="111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807" name="Google Shape;1807;p177"/>
          <p:cNvSpPr/>
          <p:nvPr>
            <p:ph idx="2" type="pic"/>
          </p:nvPr>
        </p:nvSpPr>
        <p:spPr>
          <a:xfrm>
            <a:off x="5149825" y="691038"/>
            <a:ext cx="3070800" cy="37614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">
    <p:spTree>
      <p:nvGrpSpPr>
        <p:cNvPr id="1808" name="Shape 1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9" name="Google Shape;1809;p178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10" name="Google Shape;1810;p178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811" name="Google Shape;1811;p178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12" name="Google Shape;1812;p178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813" name="Google Shape;1813;p178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814" name="Google Shape;1814;p178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None/>
              <a:defRPr>
                <a:solidFill>
                  <a:schemeClr val="dk2"/>
                </a:solidFill>
              </a:defRPr>
            </a:lvl1pPr>
            <a:lvl2pPr lvl="1" algn="ctr">
              <a:buNone/>
              <a:defRPr>
                <a:solidFill>
                  <a:schemeClr val="dk2"/>
                </a:solidFill>
              </a:defRPr>
            </a:lvl2pPr>
            <a:lvl3pPr lvl="2" algn="ctr">
              <a:buNone/>
              <a:defRPr>
                <a:solidFill>
                  <a:schemeClr val="dk2"/>
                </a:solidFill>
              </a:defRPr>
            </a:lvl3pPr>
            <a:lvl4pPr lvl="3" algn="ctr">
              <a:buNone/>
              <a:defRPr>
                <a:solidFill>
                  <a:schemeClr val="dk2"/>
                </a:solidFill>
              </a:defRPr>
            </a:lvl4pPr>
            <a:lvl5pPr lvl="4" algn="ctr">
              <a:buNone/>
              <a:defRPr>
                <a:solidFill>
                  <a:schemeClr val="dk2"/>
                </a:solidFill>
              </a:defRPr>
            </a:lvl5pPr>
            <a:lvl6pPr lvl="5" algn="ctr">
              <a:buNone/>
              <a:defRPr>
                <a:solidFill>
                  <a:schemeClr val="dk2"/>
                </a:solidFill>
              </a:defRPr>
            </a:lvl6pPr>
            <a:lvl7pPr lvl="6" algn="ctr">
              <a:buNone/>
              <a:defRPr>
                <a:solidFill>
                  <a:schemeClr val="dk2"/>
                </a:solidFill>
              </a:defRPr>
            </a:lvl7pPr>
            <a:lvl8pPr lvl="7" algn="ctr">
              <a:buNone/>
              <a:defRPr>
                <a:solidFill>
                  <a:schemeClr val="dk2"/>
                </a:solidFill>
              </a:defRPr>
            </a:lvl8pPr>
            <a:lvl9pPr lvl="8" algn="ctr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815" name="Google Shape;1815;p178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1816" name="Google Shape;1816;p178"/>
          <p:cNvSpPr txBox="1"/>
          <p:nvPr>
            <p:ph type="title"/>
          </p:nvPr>
        </p:nvSpPr>
        <p:spPr>
          <a:xfrm>
            <a:off x="720000" y="1568400"/>
            <a:ext cx="2891400" cy="70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817" name="Google Shape;1817;p178"/>
          <p:cNvSpPr txBox="1"/>
          <p:nvPr>
            <p:ph idx="1" type="subTitle"/>
          </p:nvPr>
        </p:nvSpPr>
        <p:spPr>
          <a:xfrm>
            <a:off x="720000" y="2268888"/>
            <a:ext cx="2891400" cy="13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1818" name="Shape 1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9" name="Google Shape;1819;p179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20" name="Google Shape;1820;p179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821" name="Google Shape;1821;p179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22" name="Google Shape;1822;p179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823" name="Google Shape;1823;p179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824" name="Google Shape;1824;p179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None/>
              <a:defRPr>
                <a:solidFill>
                  <a:schemeClr val="dk2"/>
                </a:solidFill>
              </a:defRPr>
            </a:lvl1pPr>
            <a:lvl2pPr lvl="1" algn="ctr">
              <a:buNone/>
              <a:defRPr>
                <a:solidFill>
                  <a:schemeClr val="dk2"/>
                </a:solidFill>
              </a:defRPr>
            </a:lvl2pPr>
            <a:lvl3pPr lvl="2" algn="ctr">
              <a:buNone/>
              <a:defRPr>
                <a:solidFill>
                  <a:schemeClr val="dk2"/>
                </a:solidFill>
              </a:defRPr>
            </a:lvl3pPr>
            <a:lvl4pPr lvl="3" algn="ctr">
              <a:buNone/>
              <a:defRPr>
                <a:solidFill>
                  <a:schemeClr val="dk2"/>
                </a:solidFill>
              </a:defRPr>
            </a:lvl4pPr>
            <a:lvl5pPr lvl="4" algn="ctr">
              <a:buNone/>
              <a:defRPr>
                <a:solidFill>
                  <a:schemeClr val="dk2"/>
                </a:solidFill>
              </a:defRPr>
            </a:lvl5pPr>
            <a:lvl6pPr lvl="5" algn="ctr">
              <a:buNone/>
              <a:defRPr>
                <a:solidFill>
                  <a:schemeClr val="dk2"/>
                </a:solidFill>
              </a:defRPr>
            </a:lvl6pPr>
            <a:lvl7pPr lvl="6" algn="ctr">
              <a:buNone/>
              <a:defRPr>
                <a:solidFill>
                  <a:schemeClr val="dk2"/>
                </a:solidFill>
              </a:defRPr>
            </a:lvl7pPr>
            <a:lvl8pPr lvl="7" algn="ctr">
              <a:buNone/>
              <a:defRPr>
                <a:solidFill>
                  <a:schemeClr val="dk2"/>
                </a:solidFill>
              </a:defRPr>
            </a:lvl8pPr>
            <a:lvl9pPr lvl="8" algn="ctr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825" name="Google Shape;1825;p179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1826" name="Google Shape;1826;p17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827" name="Google Shape;1827;p179"/>
          <p:cNvSpPr txBox="1"/>
          <p:nvPr>
            <p:ph idx="1" type="subTitle"/>
          </p:nvPr>
        </p:nvSpPr>
        <p:spPr>
          <a:xfrm>
            <a:off x="937625" y="3071250"/>
            <a:ext cx="2175300" cy="86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828" name="Google Shape;1828;p179"/>
          <p:cNvSpPr txBox="1"/>
          <p:nvPr>
            <p:ph idx="2" type="subTitle"/>
          </p:nvPr>
        </p:nvSpPr>
        <p:spPr>
          <a:xfrm>
            <a:off x="3484346" y="3071250"/>
            <a:ext cx="2175300" cy="86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829" name="Google Shape;1829;p179"/>
          <p:cNvSpPr txBox="1"/>
          <p:nvPr>
            <p:ph idx="3" type="subTitle"/>
          </p:nvPr>
        </p:nvSpPr>
        <p:spPr>
          <a:xfrm>
            <a:off x="6031074" y="3071250"/>
            <a:ext cx="2175300" cy="86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830" name="Google Shape;1830;p179"/>
          <p:cNvSpPr txBox="1"/>
          <p:nvPr>
            <p:ph idx="4" type="subTitle"/>
          </p:nvPr>
        </p:nvSpPr>
        <p:spPr>
          <a:xfrm>
            <a:off x="937625" y="2690250"/>
            <a:ext cx="2175300" cy="3657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831" name="Google Shape;1831;p179"/>
          <p:cNvSpPr txBox="1"/>
          <p:nvPr>
            <p:ph idx="5" type="subTitle"/>
          </p:nvPr>
        </p:nvSpPr>
        <p:spPr>
          <a:xfrm>
            <a:off x="3484347" y="2690250"/>
            <a:ext cx="2175300" cy="3657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832" name="Google Shape;1832;p179"/>
          <p:cNvSpPr txBox="1"/>
          <p:nvPr>
            <p:ph idx="6" type="subTitle"/>
          </p:nvPr>
        </p:nvSpPr>
        <p:spPr>
          <a:xfrm>
            <a:off x="6031075" y="2690250"/>
            <a:ext cx="2175300" cy="3657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6_1">
    <p:spTree>
      <p:nvGrpSpPr>
        <p:cNvPr id="1833" name="Shape 1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4" name="Google Shape;1834;p180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35" name="Google Shape;1835;p180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836" name="Google Shape;1836;p180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37" name="Google Shape;1837;p180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838" name="Google Shape;1838;p180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839" name="Google Shape;1839;p180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None/>
              <a:defRPr>
                <a:solidFill>
                  <a:schemeClr val="dk2"/>
                </a:solidFill>
              </a:defRPr>
            </a:lvl1pPr>
            <a:lvl2pPr lvl="1" algn="ctr">
              <a:buNone/>
              <a:defRPr>
                <a:solidFill>
                  <a:schemeClr val="dk2"/>
                </a:solidFill>
              </a:defRPr>
            </a:lvl2pPr>
            <a:lvl3pPr lvl="2" algn="ctr">
              <a:buNone/>
              <a:defRPr>
                <a:solidFill>
                  <a:schemeClr val="dk2"/>
                </a:solidFill>
              </a:defRPr>
            </a:lvl3pPr>
            <a:lvl4pPr lvl="3" algn="ctr">
              <a:buNone/>
              <a:defRPr>
                <a:solidFill>
                  <a:schemeClr val="dk2"/>
                </a:solidFill>
              </a:defRPr>
            </a:lvl4pPr>
            <a:lvl5pPr lvl="4" algn="ctr">
              <a:buNone/>
              <a:defRPr>
                <a:solidFill>
                  <a:schemeClr val="dk2"/>
                </a:solidFill>
              </a:defRPr>
            </a:lvl5pPr>
            <a:lvl6pPr lvl="5" algn="ctr">
              <a:buNone/>
              <a:defRPr>
                <a:solidFill>
                  <a:schemeClr val="dk2"/>
                </a:solidFill>
              </a:defRPr>
            </a:lvl6pPr>
            <a:lvl7pPr lvl="6" algn="ctr">
              <a:buNone/>
              <a:defRPr>
                <a:solidFill>
                  <a:schemeClr val="dk2"/>
                </a:solidFill>
              </a:defRPr>
            </a:lvl7pPr>
            <a:lvl8pPr lvl="7" algn="ctr">
              <a:buNone/>
              <a:defRPr>
                <a:solidFill>
                  <a:schemeClr val="dk2"/>
                </a:solidFill>
              </a:defRPr>
            </a:lvl8pPr>
            <a:lvl9pPr lvl="8" algn="ctr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840" name="Google Shape;1840;p180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1841" name="Google Shape;1841;p18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842" name="Google Shape;1842;p180"/>
          <p:cNvSpPr txBox="1"/>
          <p:nvPr>
            <p:ph idx="1" type="subTitle"/>
          </p:nvPr>
        </p:nvSpPr>
        <p:spPr>
          <a:xfrm>
            <a:off x="720025" y="1610942"/>
            <a:ext cx="7704000" cy="53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843" name="Google Shape;1843;p180"/>
          <p:cNvSpPr txBox="1"/>
          <p:nvPr>
            <p:ph idx="2" type="subTitle"/>
          </p:nvPr>
        </p:nvSpPr>
        <p:spPr>
          <a:xfrm>
            <a:off x="720025" y="2731125"/>
            <a:ext cx="77040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844" name="Google Shape;1844;p180"/>
          <p:cNvSpPr txBox="1"/>
          <p:nvPr>
            <p:ph idx="3" type="subTitle"/>
          </p:nvPr>
        </p:nvSpPr>
        <p:spPr>
          <a:xfrm>
            <a:off x="720025" y="3851625"/>
            <a:ext cx="77040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845" name="Google Shape;1845;p180"/>
          <p:cNvSpPr txBox="1"/>
          <p:nvPr>
            <p:ph idx="4" type="subTitle"/>
          </p:nvPr>
        </p:nvSpPr>
        <p:spPr>
          <a:xfrm>
            <a:off x="720025" y="1241274"/>
            <a:ext cx="7704000" cy="3936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846" name="Google Shape;1846;p180"/>
          <p:cNvSpPr txBox="1"/>
          <p:nvPr>
            <p:ph idx="5" type="subTitle"/>
          </p:nvPr>
        </p:nvSpPr>
        <p:spPr>
          <a:xfrm>
            <a:off x="720025" y="2350125"/>
            <a:ext cx="7704000" cy="3936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847" name="Google Shape;1847;p180"/>
          <p:cNvSpPr txBox="1"/>
          <p:nvPr>
            <p:ph idx="6" type="subTitle"/>
          </p:nvPr>
        </p:nvSpPr>
        <p:spPr>
          <a:xfrm>
            <a:off x="720025" y="3470625"/>
            <a:ext cx="7704000" cy="3936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2">
  <p:cSld name="CUSTOM_6_1_1">
    <p:spTree>
      <p:nvGrpSpPr>
        <p:cNvPr id="1848" name="Shape 1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9" name="Google Shape;1849;p181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50" name="Google Shape;1850;p181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851" name="Google Shape;1851;p181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52" name="Google Shape;1852;p181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853" name="Google Shape;1853;p181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854" name="Google Shape;1854;p181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None/>
              <a:defRPr>
                <a:solidFill>
                  <a:schemeClr val="dk2"/>
                </a:solidFill>
              </a:defRPr>
            </a:lvl1pPr>
            <a:lvl2pPr lvl="1" algn="ctr">
              <a:buNone/>
              <a:defRPr>
                <a:solidFill>
                  <a:schemeClr val="dk2"/>
                </a:solidFill>
              </a:defRPr>
            </a:lvl2pPr>
            <a:lvl3pPr lvl="2" algn="ctr">
              <a:buNone/>
              <a:defRPr>
                <a:solidFill>
                  <a:schemeClr val="dk2"/>
                </a:solidFill>
              </a:defRPr>
            </a:lvl3pPr>
            <a:lvl4pPr lvl="3" algn="ctr">
              <a:buNone/>
              <a:defRPr>
                <a:solidFill>
                  <a:schemeClr val="dk2"/>
                </a:solidFill>
              </a:defRPr>
            </a:lvl4pPr>
            <a:lvl5pPr lvl="4" algn="ctr">
              <a:buNone/>
              <a:defRPr>
                <a:solidFill>
                  <a:schemeClr val="dk2"/>
                </a:solidFill>
              </a:defRPr>
            </a:lvl5pPr>
            <a:lvl6pPr lvl="5" algn="ctr">
              <a:buNone/>
              <a:defRPr>
                <a:solidFill>
                  <a:schemeClr val="dk2"/>
                </a:solidFill>
              </a:defRPr>
            </a:lvl6pPr>
            <a:lvl7pPr lvl="6" algn="ctr">
              <a:buNone/>
              <a:defRPr>
                <a:solidFill>
                  <a:schemeClr val="dk2"/>
                </a:solidFill>
              </a:defRPr>
            </a:lvl7pPr>
            <a:lvl8pPr lvl="7" algn="ctr">
              <a:buNone/>
              <a:defRPr>
                <a:solidFill>
                  <a:schemeClr val="dk2"/>
                </a:solidFill>
              </a:defRPr>
            </a:lvl8pPr>
            <a:lvl9pPr lvl="8" algn="ctr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855" name="Google Shape;1855;p181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1856" name="Google Shape;1856;p18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857" name="Google Shape;1857;p181"/>
          <p:cNvSpPr txBox="1"/>
          <p:nvPr>
            <p:ph idx="1" type="subTitle"/>
          </p:nvPr>
        </p:nvSpPr>
        <p:spPr>
          <a:xfrm>
            <a:off x="1381625" y="1718025"/>
            <a:ext cx="70425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858" name="Google Shape;1858;p181"/>
          <p:cNvSpPr txBox="1"/>
          <p:nvPr>
            <p:ph idx="2" type="subTitle"/>
          </p:nvPr>
        </p:nvSpPr>
        <p:spPr>
          <a:xfrm>
            <a:off x="1381635" y="2861025"/>
            <a:ext cx="70425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859" name="Google Shape;1859;p181"/>
          <p:cNvSpPr txBox="1"/>
          <p:nvPr>
            <p:ph idx="3" type="subTitle"/>
          </p:nvPr>
        </p:nvSpPr>
        <p:spPr>
          <a:xfrm>
            <a:off x="1381635" y="4004025"/>
            <a:ext cx="70425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860" name="Google Shape;1860;p181"/>
          <p:cNvSpPr txBox="1"/>
          <p:nvPr>
            <p:ph idx="4" type="subTitle"/>
          </p:nvPr>
        </p:nvSpPr>
        <p:spPr>
          <a:xfrm>
            <a:off x="1381625" y="1406025"/>
            <a:ext cx="7042500" cy="3336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861" name="Google Shape;1861;p181"/>
          <p:cNvSpPr txBox="1"/>
          <p:nvPr>
            <p:ph idx="5" type="subTitle"/>
          </p:nvPr>
        </p:nvSpPr>
        <p:spPr>
          <a:xfrm>
            <a:off x="1381625" y="2526575"/>
            <a:ext cx="7042500" cy="3336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862" name="Google Shape;1862;p181"/>
          <p:cNvSpPr txBox="1"/>
          <p:nvPr>
            <p:ph idx="6" type="subTitle"/>
          </p:nvPr>
        </p:nvSpPr>
        <p:spPr>
          <a:xfrm>
            <a:off x="1381625" y="3647125"/>
            <a:ext cx="7042500" cy="3336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1863" name="Shape 1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4" name="Google Shape;1864;p182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65" name="Google Shape;1865;p182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866" name="Google Shape;1866;p182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67" name="Google Shape;1867;p182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868" name="Google Shape;1868;p182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869" name="Google Shape;1869;p182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None/>
              <a:defRPr>
                <a:solidFill>
                  <a:schemeClr val="dk2"/>
                </a:solidFill>
              </a:defRPr>
            </a:lvl1pPr>
            <a:lvl2pPr lvl="1" algn="ctr">
              <a:buNone/>
              <a:defRPr>
                <a:solidFill>
                  <a:schemeClr val="dk2"/>
                </a:solidFill>
              </a:defRPr>
            </a:lvl2pPr>
            <a:lvl3pPr lvl="2" algn="ctr">
              <a:buNone/>
              <a:defRPr>
                <a:solidFill>
                  <a:schemeClr val="dk2"/>
                </a:solidFill>
              </a:defRPr>
            </a:lvl3pPr>
            <a:lvl4pPr lvl="3" algn="ctr">
              <a:buNone/>
              <a:defRPr>
                <a:solidFill>
                  <a:schemeClr val="dk2"/>
                </a:solidFill>
              </a:defRPr>
            </a:lvl4pPr>
            <a:lvl5pPr lvl="4" algn="ctr">
              <a:buNone/>
              <a:defRPr>
                <a:solidFill>
                  <a:schemeClr val="dk2"/>
                </a:solidFill>
              </a:defRPr>
            </a:lvl5pPr>
            <a:lvl6pPr lvl="5" algn="ctr">
              <a:buNone/>
              <a:defRPr>
                <a:solidFill>
                  <a:schemeClr val="dk2"/>
                </a:solidFill>
              </a:defRPr>
            </a:lvl6pPr>
            <a:lvl7pPr lvl="6" algn="ctr">
              <a:buNone/>
              <a:defRPr>
                <a:solidFill>
                  <a:schemeClr val="dk2"/>
                </a:solidFill>
              </a:defRPr>
            </a:lvl7pPr>
            <a:lvl8pPr lvl="7" algn="ctr">
              <a:buNone/>
              <a:defRPr>
                <a:solidFill>
                  <a:schemeClr val="dk2"/>
                </a:solidFill>
              </a:defRPr>
            </a:lvl8pPr>
            <a:lvl9pPr lvl="8" algn="ctr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870" name="Google Shape;1870;p182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1871" name="Google Shape;1871;p18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872" name="Google Shape;1872;p182"/>
          <p:cNvSpPr txBox="1"/>
          <p:nvPr>
            <p:ph idx="1" type="subTitle"/>
          </p:nvPr>
        </p:nvSpPr>
        <p:spPr>
          <a:xfrm>
            <a:off x="1545775" y="1975263"/>
            <a:ext cx="2556900" cy="9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873" name="Google Shape;1873;p182"/>
          <p:cNvSpPr txBox="1"/>
          <p:nvPr>
            <p:ph idx="2" type="subTitle"/>
          </p:nvPr>
        </p:nvSpPr>
        <p:spPr>
          <a:xfrm>
            <a:off x="5041325" y="1975263"/>
            <a:ext cx="2556900" cy="9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874" name="Google Shape;1874;p182"/>
          <p:cNvSpPr txBox="1"/>
          <p:nvPr>
            <p:ph idx="3" type="subTitle"/>
          </p:nvPr>
        </p:nvSpPr>
        <p:spPr>
          <a:xfrm>
            <a:off x="1545775" y="3691500"/>
            <a:ext cx="2556900" cy="9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875" name="Google Shape;1875;p182"/>
          <p:cNvSpPr txBox="1"/>
          <p:nvPr>
            <p:ph idx="4" type="subTitle"/>
          </p:nvPr>
        </p:nvSpPr>
        <p:spPr>
          <a:xfrm>
            <a:off x="5041325" y="3691500"/>
            <a:ext cx="2556900" cy="9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876" name="Google Shape;1876;p182"/>
          <p:cNvSpPr txBox="1"/>
          <p:nvPr>
            <p:ph idx="5" type="subTitle"/>
          </p:nvPr>
        </p:nvSpPr>
        <p:spPr>
          <a:xfrm>
            <a:off x="1545775" y="1670463"/>
            <a:ext cx="2556900" cy="3549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877" name="Google Shape;1877;p182"/>
          <p:cNvSpPr txBox="1"/>
          <p:nvPr>
            <p:ph idx="6" type="subTitle"/>
          </p:nvPr>
        </p:nvSpPr>
        <p:spPr>
          <a:xfrm>
            <a:off x="5041325" y="1670463"/>
            <a:ext cx="2556900" cy="3549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878" name="Google Shape;1878;p182"/>
          <p:cNvSpPr txBox="1"/>
          <p:nvPr>
            <p:ph idx="7" type="subTitle"/>
          </p:nvPr>
        </p:nvSpPr>
        <p:spPr>
          <a:xfrm>
            <a:off x="1545775" y="3386700"/>
            <a:ext cx="2556900" cy="3549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879" name="Google Shape;1879;p182"/>
          <p:cNvSpPr txBox="1"/>
          <p:nvPr>
            <p:ph idx="8" type="subTitle"/>
          </p:nvPr>
        </p:nvSpPr>
        <p:spPr>
          <a:xfrm>
            <a:off x="5041325" y="3386700"/>
            <a:ext cx="2556900" cy="3549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_1">
    <p:spTree>
      <p:nvGrpSpPr>
        <p:cNvPr id="1880" name="Shape 1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1" name="Google Shape;1881;p183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82" name="Google Shape;1882;p183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883" name="Google Shape;1883;p183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84" name="Google Shape;1884;p183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885" name="Google Shape;1885;p183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886" name="Google Shape;1886;p183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None/>
              <a:defRPr>
                <a:solidFill>
                  <a:schemeClr val="dk2"/>
                </a:solidFill>
              </a:defRPr>
            </a:lvl1pPr>
            <a:lvl2pPr lvl="1" algn="ctr">
              <a:buNone/>
              <a:defRPr>
                <a:solidFill>
                  <a:schemeClr val="dk2"/>
                </a:solidFill>
              </a:defRPr>
            </a:lvl2pPr>
            <a:lvl3pPr lvl="2" algn="ctr">
              <a:buNone/>
              <a:defRPr>
                <a:solidFill>
                  <a:schemeClr val="dk2"/>
                </a:solidFill>
              </a:defRPr>
            </a:lvl3pPr>
            <a:lvl4pPr lvl="3" algn="ctr">
              <a:buNone/>
              <a:defRPr>
                <a:solidFill>
                  <a:schemeClr val="dk2"/>
                </a:solidFill>
              </a:defRPr>
            </a:lvl4pPr>
            <a:lvl5pPr lvl="4" algn="ctr">
              <a:buNone/>
              <a:defRPr>
                <a:solidFill>
                  <a:schemeClr val="dk2"/>
                </a:solidFill>
              </a:defRPr>
            </a:lvl5pPr>
            <a:lvl6pPr lvl="5" algn="ctr">
              <a:buNone/>
              <a:defRPr>
                <a:solidFill>
                  <a:schemeClr val="dk2"/>
                </a:solidFill>
              </a:defRPr>
            </a:lvl6pPr>
            <a:lvl7pPr lvl="6" algn="ctr">
              <a:buNone/>
              <a:defRPr>
                <a:solidFill>
                  <a:schemeClr val="dk2"/>
                </a:solidFill>
              </a:defRPr>
            </a:lvl7pPr>
            <a:lvl8pPr lvl="7" algn="ctr">
              <a:buNone/>
              <a:defRPr>
                <a:solidFill>
                  <a:schemeClr val="dk2"/>
                </a:solidFill>
              </a:defRPr>
            </a:lvl8pPr>
            <a:lvl9pPr lvl="8" algn="ctr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887" name="Google Shape;1887;p183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1888" name="Google Shape;1888;p18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889" name="Google Shape;1889;p183"/>
          <p:cNvSpPr txBox="1"/>
          <p:nvPr>
            <p:ph idx="1" type="subTitle"/>
          </p:nvPr>
        </p:nvSpPr>
        <p:spPr>
          <a:xfrm>
            <a:off x="903950" y="2149201"/>
            <a:ext cx="21912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890" name="Google Shape;1890;p183"/>
          <p:cNvSpPr txBox="1"/>
          <p:nvPr>
            <p:ph idx="2" type="subTitle"/>
          </p:nvPr>
        </p:nvSpPr>
        <p:spPr>
          <a:xfrm>
            <a:off x="3478550" y="2149201"/>
            <a:ext cx="21825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891" name="Google Shape;1891;p183"/>
          <p:cNvSpPr txBox="1"/>
          <p:nvPr>
            <p:ph idx="3" type="subTitle"/>
          </p:nvPr>
        </p:nvSpPr>
        <p:spPr>
          <a:xfrm>
            <a:off x="903950" y="3579425"/>
            <a:ext cx="21912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892" name="Google Shape;1892;p183"/>
          <p:cNvSpPr txBox="1"/>
          <p:nvPr>
            <p:ph idx="4" type="subTitle"/>
          </p:nvPr>
        </p:nvSpPr>
        <p:spPr>
          <a:xfrm>
            <a:off x="3478550" y="3579425"/>
            <a:ext cx="21825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893" name="Google Shape;1893;p183"/>
          <p:cNvSpPr txBox="1"/>
          <p:nvPr>
            <p:ph idx="5" type="subTitle"/>
          </p:nvPr>
        </p:nvSpPr>
        <p:spPr>
          <a:xfrm>
            <a:off x="6048850" y="2149201"/>
            <a:ext cx="21999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894" name="Google Shape;1894;p183"/>
          <p:cNvSpPr txBox="1"/>
          <p:nvPr>
            <p:ph idx="6" type="subTitle"/>
          </p:nvPr>
        </p:nvSpPr>
        <p:spPr>
          <a:xfrm>
            <a:off x="6048850" y="3579425"/>
            <a:ext cx="21999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895" name="Google Shape;1895;p183"/>
          <p:cNvSpPr txBox="1"/>
          <p:nvPr>
            <p:ph idx="7" type="subTitle"/>
          </p:nvPr>
        </p:nvSpPr>
        <p:spPr>
          <a:xfrm>
            <a:off x="908250" y="1656600"/>
            <a:ext cx="2182500" cy="4425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896" name="Google Shape;1896;p183"/>
          <p:cNvSpPr txBox="1"/>
          <p:nvPr>
            <p:ph idx="8" type="subTitle"/>
          </p:nvPr>
        </p:nvSpPr>
        <p:spPr>
          <a:xfrm>
            <a:off x="3482836" y="1656600"/>
            <a:ext cx="2173800" cy="4425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897" name="Google Shape;1897;p183"/>
          <p:cNvSpPr txBox="1"/>
          <p:nvPr>
            <p:ph idx="9" type="subTitle"/>
          </p:nvPr>
        </p:nvSpPr>
        <p:spPr>
          <a:xfrm>
            <a:off x="6053173" y="1656600"/>
            <a:ext cx="2191200" cy="4425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898" name="Google Shape;1898;p183"/>
          <p:cNvSpPr txBox="1"/>
          <p:nvPr>
            <p:ph idx="13" type="subTitle"/>
          </p:nvPr>
        </p:nvSpPr>
        <p:spPr>
          <a:xfrm>
            <a:off x="908250" y="3086800"/>
            <a:ext cx="2182500" cy="4425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899" name="Google Shape;1899;p183"/>
          <p:cNvSpPr txBox="1"/>
          <p:nvPr>
            <p:ph idx="14" type="subTitle"/>
          </p:nvPr>
        </p:nvSpPr>
        <p:spPr>
          <a:xfrm>
            <a:off x="3482836" y="3086800"/>
            <a:ext cx="2173800" cy="4425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900" name="Google Shape;1900;p183"/>
          <p:cNvSpPr txBox="1"/>
          <p:nvPr>
            <p:ph idx="15" type="subTitle"/>
          </p:nvPr>
        </p:nvSpPr>
        <p:spPr>
          <a:xfrm>
            <a:off x="6053173" y="3086800"/>
            <a:ext cx="2191200" cy="4425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_1">
    <p:spTree>
      <p:nvGrpSpPr>
        <p:cNvPr id="1901" name="Shape 1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2" name="Google Shape;1902;p184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03" name="Google Shape;1903;p184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904" name="Google Shape;1904;p184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05" name="Google Shape;1905;p184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906" name="Google Shape;1906;p184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907" name="Google Shape;1907;p184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None/>
              <a:defRPr>
                <a:solidFill>
                  <a:schemeClr val="dk2"/>
                </a:solidFill>
              </a:defRPr>
            </a:lvl1pPr>
            <a:lvl2pPr lvl="1" algn="ctr">
              <a:buNone/>
              <a:defRPr>
                <a:solidFill>
                  <a:schemeClr val="dk2"/>
                </a:solidFill>
              </a:defRPr>
            </a:lvl2pPr>
            <a:lvl3pPr lvl="2" algn="ctr">
              <a:buNone/>
              <a:defRPr>
                <a:solidFill>
                  <a:schemeClr val="dk2"/>
                </a:solidFill>
              </a:defRPr>
            </a:lvl3pPr>
            <a:lvl4pPr lvl="3" algn="ctr">
              <a:buNone/>
              <a:defRPr>
                <a:solidFill>
                  <a:schemeClr val="dk2"/>
                </a:solidFill>
              </a:defRPr>
            </a:lvl4pPr>
            <a:lvl5pPr lvl="4" algn="ctr">
              <a:buNone/>
              <a:defRPr>
                <a:solidFill>
                  <a:schemeClr val="dk2"/>
                </a:solidFill>
              </a:defRPr>
            </a:lvl5pPr>
            <a:lvl6pPr lvl="5" algn="ctr">
              <a:buNone/>
              <a:defRPr>
                <a:solidFill>
                  <a:schemeClr val="dk2"/>
                </a:solidFill>
              </a:defRPr>
            </a:lvl6pPr>
            <a:lvl7pPr lvl="6" algn="ctr">
              <a:buNone/>
              <a:defRPr>
                <a:solidFill>
                  <a:schemeClr val="dk2"/>
                </a:solidFill>
              </a:defRPr>
            </a:lvl7pPr>
            <a:lvl8pPr lvl="7" algn="ctr">
              <a:buNone/>
              <a:defRPr>
                <a:solidFill>
                  <a:schemeClr val="dk2"/>
                </a:solidFill>
              </a:defRPr>
            </a:lvl8pPr>
            <a:lvl9pPr lvl="8" algn="ctr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908" name="Google Shape;1908;p184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1909" name="Google Shape;1909;p184"/>
          <p:cNvSpPr txBox="1"/>
          <p:nvPr>
            <p:ph hasCustomPrompt="1" type="title"/>
          </p:nvPr>
        </p:nvSpPr>
        <p:spPr>
          <a:xfrm>
            <a:off x="2223600" y="552112"/>
            <a:ext cx="4696800" cy="768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10" name="Google Shape;1910;p184"/>
          <p:cNvSpPr txBox="1"/>
          <p:nvPr>
            <p:ph idx="1" type="subTitle"/>
          </p:nvPr>
        </p:nvSpPr>
        <p:spPr>
          <a:xfrm>
            <a:off x="2223600" y="1364275"/>
            <a:ext cx="4696800" cy="4287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1911" name="Google Shape;1911;p184"/>
          <p:cNvSpPr txBox="1"/>
          <p:nvPr>
            <p:ph hasCustomPrompt="1" idx="2" type="title"/>
          </p:nvPr>
        </p:nvSpPr>
        <p:spPr>
          <a:xfrm>
            <a:off x="2223600" y="1904368"/>
            <a:ext cx="4696800" cy="768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12" name="Google Shape;1912;p184"/>
          <p:cNvSpPr txBox="1"/>
          <p:nvPr>
            <p:ph idx="3" type="subTitle"/>
          </p:nvPr>
        </p:nvSpPr>
        <p:spPr>
          <a:xfrm>
            <a:off x="2223600" y="2716527"/>
            <a:ext cx="4696800" cy="4467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1913" name="Google Shape;1913;p184"/>
          <p:cNvSpPr txBox="1"/>
          <p:nvPr>
            <p:ph hasCustomPrompt="1" idx="4" type="title"/>
          </p:nvPr>
        </p:nvSpPr>
        <p:spPr>
          <a:xfrm>
            <a:off x="2223600" y="3256624"/>
            <a:ext cx="4696800" cy="768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14" name="Google Shape;1914;p184"/>
          <p:cNvSpPr txBox="1"/>
          <p:nvPr>
            <p:ph idx="5" type="subTitle"/>
          </p:nvPr>
        </p:nvSpPr>
        <p:spPr>
          <a:xfrm>
            <a:off x="2223600" y="4068797"/>
            <a:ext cx="4696800" cy="4467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1915" name="Shape 1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6" name="Google Shape;1916;p185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7" name="Google Shape;1917;p185"/>
          <p:cNvSpPr txBox="1"/>
          <p:nvPr>
            <p:ph type="title"/>
          </p:nvPr>
        </p:nvSpPr>
        <p:spPr>
          <a:xfrm>
            <a:off x="2347938" y="540000"/>
            <a:ext cx="44481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75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18" name="Google Shape;1918;p185"/>
          <p:cNvSpPr txBox="1"/>
          <p:nvPr>
            <p:ph idx="1" type="subTitle"/>
          </p:nvPr>
        </p:nvSpPr>
        <p:spPr>
          <a:xfrm>
            <a:off x="2347900" y="1717825"/>
            <a:ext cx="4448100" cy="12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919" name="Google Shape;1919;p185"/>
          <p:cNvSpPr txBox="1"/>
          <p:nvPr/>
        </p:nvSpPr>
        <p:spPr>
          <a:xfrm>
            <a:off x="2099100" y="3611950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CREDITS: This presentation template was created by </a:t>
            </a:r>
            <a:r>
              <a:rPr b="1" lang="en-GB" sz="1200" u="sng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b="1" lang="en-GB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,</a:t>
            </a:r>
            <a:r>
              <a:rPr lang="en-GB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and includes icons by</a:t>
            </a:r>
            <a:r>
              <a:rPr b="1" lang="en-GB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b="1" lang="en-GB" sz="1200" u="sng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1" lang="en-GB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,</a:t>
            </a:r>
            <a:r>
              <a:rPr lang="en-GB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and infographics &amp; images by </a:t>
            </a:r>
            <a:r>
              <a:rPr b="1" lang="en-GB" sz="1200" u="sng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b="1" lang="en-GB" sz="1200" u="sng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endParaRPr b="1" sz="1200" u="sng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cxnSp>
        <p:nvCxnSpPr>
          <p:cNvPr id="1920" name="Google Shape;1920;p185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921" name="Google Shape;1921;p185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22" name="Google Shape;1922;p185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923" name="Google Shape;1923;p185"/>
          <p:cNvCxnSpPr/>
          <p:nvPr/>
        </p:nvCxnSpPr>
        <p:spPr>
          <a:xfrm flipH="1" rot="10800000">
            <a:off x="347659" y="4749851"/>
            <a:ext cx="8448600" cy="33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oval"/>
          </a:ln>
        </p:spPr>
      </p:cxnSp>
    </p:spTree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7">
    <p:spTree>
      <p:nvGrpSpPr>
        <p:cNvPr id="1924" name="Shape 1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" name="Google Shape;1925;p186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6" name="Google Shape;1926;p18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927" name="Google Shape;1927;p186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928" name="Google Shape;1928;p186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29" name="Google Shape;1929;p186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930" name="Google Shape;1930;p186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931" name="Google Shape;1931;p186"/>
          <p:cNvSpPr txBox="1"/>
          <p:nvPr>
            <p:ph idx="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None/>
              <a:defRPr>
                <a:solidFill>
                  <a:schemeClr val="lt1"/>
                </a:solidFill>
              </a:defRPr>
            </a:lvl1pPr>
            <a:lvl2pPr lvl="1" algn="ctr">
              <a:buNone/>
              <a:defRPr>
                <a:solidFill>
                  <a:schemeClr val="lt1"/>
                </a:solidFill>
              </a:defRPr>
            </a:lvl2pPr>
            <a:lvl3pPr lvl="2" algn="ctr">
              <a:buNone/>
              <a:defRPr>
                <a:solidFill>
                  <a:schemeClr val="lt1"/>
                </a:solidFill>
              </a:defRPr>
            </a:lvl3pPr>
            <a:lvl4pPr lvl="3" algn="ctr">
              <a:buNone/>
              <a:defRPr>
                <a:solidFill>
                  <a:schemeClr val="lt1"/>
                </a:solidFill>
              </a:defRPr>
            </a:lvl4pPr>
            <a:lvl5pPr lvl="4" algn="ctr">
              <a:buNone/>
              <a:defRPr>
                <a:solidFill>
                  <a:schemeClr val="lt1"/>
                </a:solidFill>
              </a:defRPr>
            </a:lvl5pPr>
            <a:lvl6pPr lvl="5" algn="ctr">
              <a:buNone/>
              <a:defRPr>
                <a:solidFill>
                  <a:schemeClr val="lt1"/>
                </a:solidFill>
              </a:defRPr>
            </a:lvl6pPr>
            <a:lvl7pPr lvl="6" algn="ctr">
              <a:buNone/>
              <a:defRPr>
                <a:solidFill>
                  <a:schemeClr val="lt1"/>
                </a:solidFill>
              </a:defRPr>
            </a:lvl7pPr>
            <a:lvl8pPr lvl="7" algn="ctr">
              <a:buNone/>
              <a:defRPr>
                <a:solidFill>
                  <a:schemeClr val="lt1"/>
                </a:solidFill>
              </a:defRPr>
            </a:lvl8pPr>
            <a:lvl9pPr lvl="8" algn="ctr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932" name="Google Shape;1932;p186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</p:spTree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8">
    <p:spTree>
      <p:nvGrpSpPr>
        <p:cNvPr id="1933" name="Shape 1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4" name="Google Shape;1934;p18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935" name="Google Shape;1935;p187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36" name="Google Shape;1936;p187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937" name="Google Shape;1937;p187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38" name="Google Shape;1938;p187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939" name="Google Shape;1939;p187"/>
          <p:cNvCxnSpPr/>
          <p:nvPr/>
        </p:nvCxnSpPr>
        <p:spPr>
          <a:xfrm flipH="1" rot="10800000">
            <a:off x="347659" y="4749851"/>
            <a:ext cx="8448600" cy="33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oval"/>
          </a:ln>
        </p:spPr>
      </p:cxnSp>
    </p:spTree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1"/>
        </a:solidFill>
      </p:bgPr>
    </p:bg>
    <p:spTree>
      <p:nvGrpSpPr>
        <p:cNvPr id="1944" name="Shape 1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" name="Google Shape;1945;p189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6" name="Google Shape;1946;p189"/>
          <p:cNvSpPr txBox="1"/>
          <p:nvPr>
            <p:ph type="ctrTitle"/>
          </p:nvPr>
        </p:nvSpPr>
        <p:spPr>
          <a:xfrm>
            <a:off x="1609200" y="1424875"/>
            <a:ext cx="5925600" cy="20793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b="0" sz="7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947" name="Google Shape;1947;p189"/>
          <p:cNvSpPr txBox="1"/>
          <p:nvPr>
            <p:ph idx="1" type="subTitle"/>
          </p:nvPr>
        </p:nvSpPr>
        <p:spPr>
          <a:xfrm>
            <a:off x="1609200" y="3573775"/>
            <a:ext cx="5942700" cy="4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lt1"/>
        </a:solidFill>
      </p:bgPr>
    </p:bg>
    <p:spTree>
      <p:nvGrpSpPr>
        <p:cNvPr id="1948" name="Shape 1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9" name="Google Shape;1949;p190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0" name="Google Shape;1950;p190"/>
          <p:cNvSpPr txBox="1"/>
          <p:nvPr>
            <p:ph type="title"/>
          </p:nvPr>
        </p:nvSpPr>
        <p:spPr>
          <a:xfrm>
            <a:off x="3579950" y="1854500"/>
            <a:ext cx="36048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51" name="Google Shape;1951;p190"/>
          <p:cNvSpPr txBox="1"/>
          <p:nvPr>
            <p:ph hasCustomPrompt="1" idx="2" type="title"/>
          </p:nvPr>
        </p:nvSpPr>
        <p:spPr>
          <a:xfrm>
            <a:off x="1959250" y="1854500"/>
            <a:ext cx="11898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952" name="Google Shape;1952;p190"/>
          <p:cNvSpPr txBox="1"/>
          <p:nvPr>
            <p:ph idx="1" type="subTitle"/>
          </p:nvPr>
        </p:nvSpPr>
        <p:spPr>
          <a:xfrm>
            <a:off x="1959250" y="2939075"/>
            <a:ext cx="5225400" cy="446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1953" name="Google Shape;1953;p190"/>
          <p:cNvCxnSpPr/>
          <p:nvPr/>
        </p:nvCxnSpPr>
        <p:spPr>
          <a:xfrm rot="10800000">
            <a:off x="8761325" y="2079300"/>
            <a:ext cx="0" cy="9849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oval"/>
          </a:ln>
        </p:spPr>
      </p:cxnSp>
      <p:cxnSp>
        <p:nvCxnSpPr>
          <p:cNvPr id="1954" name="Google Shape;1954;p190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955" name="Google Shape;1955;p190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56" name="Google Shape;1956;p190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957" name="Google Shape;1957;p190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958" name="Google Shape;1958;p190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None/>
              <a:defRPr>
                <a:solidFill>
                  <a:schemeClr val="dk2"/>
                </a:solidFill>
              </a:defRPr>
            </a:lvl1pPr>
            <a:lvl2pPr lvl="1" algn="ctr">
              <a:buNone/>
              <a:defRPr>
                <a:solidFill>
                  <a:schemeClr val="dk2"/>
                </a:solidFill>
              </a:defRPr>
            </a:lvl2pPr>
            <a:lvl3pPr lvl="2" algn="ctr">
              <a:buNone/>
              <a:defRPr>
                <a:solidFill>
                  <a:schemeClr val="dk2"/>
                </a:solidFill>
              </a:defRPr>
            </a:lvl3pPr>
            <a:lvl4pPr lvl="3" algn="ctr">
              <a:buNone/>
              <a:defRPr>
                <a:solidFill>
                  <a:schemeClr val="dk2"/>
                </a:solidFill>
              </a:defRPr>
            </a:lvl4pPr>
            <a:lvl5pPr lvl="4" algn="ctr">
              <a:buNone/>
              <a:defRPr>
                <a:solidFill>
                  <a:schemeClr val="dk2"/>
                </a:solidFill>
              </a:defRPr>
            </a:lvl5pPr>
            <a:lvl6pPr lvl="5" algn="ctr">
              <a:buNone/>
              <a:defRPr>
                <a:solidFill>
                  <a:schemeClr val="dk2"/>
                </a:solidFill>
              </a:defRPr>
            </a:lvl6pPr>
            <a:lvl7pPr lvl="6" algn="ctr">
              <a:buNone/>
              <a:defRPr>
                <a:solidFill>
                  <a:schemeClr val="dk2"/>
                </a:solidFill>
              </a:defRPr>
            </a:lvl7pPr>
            <a:lvl8pPr lvl="7" algn="ctr">
              <a:buNone/>
              <a:defRPr>
                <a:solidFill>
                  <a:schemeClr val="dk2"/>
                </a:solidFill>
              </a:defRPr>
            </a:lvl8pPr>
            <a:lvl9pPr lvl="8" algn="ctr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959" name="Google Shape;1959;p190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960" name="Google Shape;1960;p190"/>
          <p:cNvCxnSpPr/>
          <p:nvPr/>
        </p:nvCxnSpPr>
        <p:spPr>
          <a:xfrm rot="10800000">
            <a:off x="394350" y="2079300"/>
            <a:ext cx="0" cy="9849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oval"/>
          </a:ln>
        </p:spPr>
      </p:cxnSp>
    </p:spTree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61" name="Shape 1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2" name="Google Shape;1962;p191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63" name="Google Shape;1963;p191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964" name="Google Shape;1964;p191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65" name="Google Shape;1965;p191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966" name="Google Shape;1966;p191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967" name="Google Shape;1967;p191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None/>
              <a:defRPr>
                <a:solidFill>
                  <a:schemeClr val="dk2"/>
                </a:solidFill>
              </a:defRPr>
            </a:lvl1pPr>
            <a:lvl2pPr lvl="1" algn="ctr">
              <a:buNone/>
              <a:defRPr>
                <a:solidFill>
                  <a:schemeClr val="dk2"/>
                </a:solidFill>
              </a:defRPr>
            </a:lvl2pPr>
            <a:lvl3pPr lvl="2" algn="ctr">
              <a:buNone/>
              <a:defRPr>
                <a:solidFill>
                  <a:schemeClr val="dk2"/>
                </a:solidFill>
              </a:defRPr>
            </a:lvl3pPr>
            <a:lvl4pPr lvl="3" algn="ctr">
              <a:buNone/>
              <a:defRPr>
                <a:solidFill>
                  <a:schemeClr val="dk2"/>
                </a:solidFill>
              </a:defRPr>
            </a:lvl4pPr>
            <a:lvl5pPr lvl="4" algn="ctr">
              <a:buNone/>
              <a:defRPr>
                <a:solidFill>
                  <a:schemeClr val="dk2"/>
                </a:solidFill>
              </a:defRPr>
            </a:lvl5pPr>
            <a:lvl6pPr lvl="5" algn="ctr">
              <a:buNone/>
              <a:defRPr>
                <a:solidFill>
                  <a:schemeClr val="dk2"/>
                </a:solidFill>
              </a:defRPr>
            </a:lvl6pPr>
            <a:lvl7pPr lvl="6" algn="ctr">
              <a:buNone/>
              <a:defRPr>
                <a:solidFill>
                  <a:schemeClr val="dk2"/>
                </a:solidFill>
              </a:defRPr>
            </a:lvl7pPr>
            <a:lvl8pPr lvl="7" algn="ctr">
              <a:buNone/>
              <a:defRPr>
                <a:solidFill>
                  <a:schemeClr val="dk2"/>
                </a:solidFill>
              </a:defRPr>
            </a:lvl8pPr>
            <a:lvl9pPr lvl="8" algn="ctr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968" name="Google Shape;1968;p191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1969" name="Google Shape;1969;p19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70" name="Google Shape;1970;p191"/>
          <p:cNvSpPr txBox="1"/>
          <p:nvPr>
            <p:ph idx="1" type="body"/>
          </p:nvPr>
        </p:nvSpPr>
        <p:spPr>
          <a:xfrm>
            <a:off x="720000" y="1215750"/>
            <a:ext cx="7704000" cy="323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Nunito Ligh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C800"/>
              </a:buClr>
              <a:buSzPts val="1200"/>
              <a:buFont typeface="Nunito Light"/>
              <a:buChar char="■"/>
              <a:defRPr/>
            </a:lvl3pPr>
            <a:lvl4pPr indent="-3048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C800"/>
              </a:buClr>
              <a:buSzPts val="1200"/>
              <a:buFont typeface="Nunito Light"/>
              <a:buChar char="●"/>
              <a:defRPr/>
            </a:lvl4pPr>
            <a:lvl5pPr indent="-3048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○"/>
              <a:defRPr/>
            </a:lvl5pPr>
            <a:lvl6pPr indent="-3048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■"/>
              <a:defRPr/>
            </a:lvl6pPr>
            <a:lvl7pPr indent="-3048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●"/>
              <a:defRPr/>
            </a:lvl7pPr>
            <a:lvl8pPr indent="-3048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○"/>
              <a:defRPr/>
            </a:lvl8pPr>
            <a:lvl9pPr indent="-3048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2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971" name="Shape 1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2" name="Google Shape;1972;p192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73" name="Google Shape;1973;p192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974" name="Google Shape;1974;p192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75" name="Google Shape;1975;p192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976" name="Google Shape;1976;p192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977" name="Google Shape;1977;p192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None/>
              <a:defRPr>
                <a:solidFill>
                  <a:schemeClr val="dk2"/>
                </a:solidFill>
              </a:defRPr>
            </a:lvl1pPr>
            <a:lvl2pPr lvl="1" algn="ctr">
              <a:buNone/>
              <a:defRPr>
                <a:solidFill>
                  <a:schemeClr val="dk2"/>
                </a:solidFill>
              </a:defRPr>
            </a:lvl2pPr>
            <a:lvl3pPr lvl="2" algn="ctr">
              <a:buNone/>
              <a:defRPr>
                <a:solidFill>
                  <a:schemeClr val="dk2"/>
                </a:solidFill>
              </a:defRPr>
            </a:lvl3pPr>
            <a:lvl4pPr lvl="3" algn="ctr">
              <a:buNone/>
              <a:defRPr>
                <a:solidFill>
                  <a:schemeClr val="dk2"/>
                </a:solidFill>
              </a:defRPr>
            </a:lvl4pPr>
            <a:lvl5pPr lvl="4" algn="ctr">
              <a:buNone/>
              <a:defRPr>
                <a:solidFill>
                  <a:schemeClr val="dk2"/>
                </a:solidFill>
              </a:defRPr>
            </a:lvl5pPr>
            <a:lvl6pPr lvl="5" algn="ctr">
              <a:buNone/>
              <a:defRPr>
                <a:solidFill>
                  <a:schemeClr val="dk2"/>
                </a:solidFill>
              </a:defRPr>
            </a:lvl6pPr>
            <a:lvl7pPr lvl="6" algn="ctr">
              <a:buNone/>
              <a:defRPr>
                <a:solidFill>
                  <a:schemeClr val="dk2"/>
                </a:solidFill>
              </a:defRPr>
            </a:lvl7pPr>
            <a:lvl8pPr lvl="7" algn="ctr">
              <a:buNone/>
              <a:defRPr>
                <a:solidFill>
                  <a:schemeClr val="dk2"/>
                </a:solidFill>
              </a:defRPr>
            </a:lvl8pPr>
            <a:lvl9pPr lvl="8" algn="ctr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978" name="Google Shape;1978;p192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1979" name="Google Shape;1979;p19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80" name="Google Shape;1980;p192"/>
          <p:cNvSpPr txBox="1"/>
          <p:nvPr>
            <p:ph idx="1" type="subTitle"/>
          </p:nvPr>
        </p:nvSpPr>
        <p:spPr>
          <a:xfrm>
            <a:off x="4747387" y="1872353"/>
            <a:ext cx="3698100" cy="27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b="0"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9pPr>
          </a:lstStyle>
          <a:p/>
        </p:txBody>
      </p:sp>
      <p:sp>
        <p:nvSpPr>
          <p:cNvPr id="1981" name="Google Shape;1981;p192"/>
          <p:cNvSpPr txBox="1"/>
          <p:nvPr>
            <p:ph idx="2" type="subTitle"/>
          </p:nvPr>
        </p:nvSpPr>
        <p:spPr>
          <a:xfrm>
            <a:off x="726675" y="1872353"/>
            <a:ext cx="3698100" cy="27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b="0" sz="1400"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9pPr>
          </a:lstStyle>
          <a:p/>
        </p:txBody>
      </p:sp>
      <p:sp>
        <p:nvSpPr>
          <p:cNvPr id="1982" name="Google Shape;1982;p192"/>
          <p:cNvSpPr txBox="1"/>
          <p:nvPr>
            <p:ph idx="3" type="subTitle"/>
          </p:nvPr>
        </p:nvSpPr>
        <p:spPr>
          <a:xfrm>
            <a:off x="726675" y="1313225"/>
            <a:ext cx="3698100" cy="4224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83" name="Google Shape;1983;p192"/>
          <p:cNvSpPr txBox="1"/>
          <p:nvPr>
            <p:ph idx="4" type="subTitle"/>
          </p:nvPr>
        </p:nvSpPr>
        <p:spPr>
          <a:xfrm>
            <a:off x="4747375" y="1313225"/>
            <a:ext cx="3698100" cy="4224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984" name="Shape 1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5" name="Google Shape;1985;p193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86" name="Google Shape;1986;p193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987" name="Google Shape;1987;p193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88" name="Google Shape;1988;p193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989" name="Google Shape;1989;p193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990" name="Google Shape;1990;p193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None/>
              <a:defRPr>
                <a:solidFill>
                  <a:schemeClr val="dk2"/>
                </a:solidFill>
              </a:defRPr>
            </a:lvl1pPr>
            <a:lvl2pPr lvl="1" algn="ctr">
              <a:buNone/>
              <a:defRPr>
                <a:solidFill>
                  <a:schemeClr val="dk2"/>
                </a:solidFill>
              </a:defRPr>
            </a:lvl2pPr>
            <a:lvl3pPr lvl="2" algn="ctr">
              <a:buNone/>
              <a:defRPr>
                <a:solidFill>
                  <a:schemeClr val="dk2"/>
                </a:solidFill>
              </a:defRPr>
            </a:lvl3pPr>
            <a:lvl4pPr lvl="3" algn="ctr">
              <a:buNone/>
              <a:defRPr>
                <a:solidFill>
                  <a:schemeClr val="dk2"/>
                </a:solidFill>
              </a:defRPr>
            </a:lvl4pPr>
            <a:lvl5pPr lvl="4" algn="ctr">
              <a:buNone/>
              <a:defRPr>
                <a:solidFill>
                  <a:schemeClr val="dk2"/>
                </a:solidFill>
              </a:defRPr>
            </a:lvl5pPr>
            <a:lvl6pPr lvl="5" algn="ctr">
              <a:buNone/>
              <a:defRPr>
                <a:solidFill>
                  <a:schemeClr val="dk2"/>
                </a:solidFill>
              </a:defRPr>
            </a:lvl6pPr>
            <a:lvl7pPr lvl="6" algn="ctr">
              <a:buNone/>
              <a:defRPr>
                <a:solidFill>
                  <a:schemeClr val="dk2"/>
                </a:solidFill>
              </a:defRPr>
            </a:lvl7pPr>
            <a:lvl8pPr lvl="7" algn="ctr">
              <a:buNone/>
              <a:defRPr>
                <a:solidFill>
                  <a:schemeClr val="dk2"/>
                </a:solidFill>
              </a:defRPr>
            </a:lvl8pPr>
            <a:lvl9pPr lvl="8" algn="ctr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991" name="Google Shape;1991;p193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1992" name="Google Shape;1992;p19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993" name="Shape 1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4" name="Google Shape;1994;p194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95" name="Google Shape;1995;p194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996" name="Google Shape;1996;p194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97" name="Google Shape;1997;p194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998" name="Google Shape;1998;p194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999" name="Google Shape;1999;p194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None/>
              <a:defRPr>
                <a:solidFill>
                  <a:schemeClr val="dk2"/>
                </a:solidFill>
              </a:defRPr>
            </a:lvl1pPr>
            <a:lvl2pPr lvl="1" algn="ctr">
              <a:buNone/>
              <a:defRPr>
                <a:solidFill>
                  <a:schemeClr val="dk2"/>
                </a:solidFill>
              </a:defRPr>
            </a:lvl2pPr>
            <a:lvl3pPr lvl="2" algn="ctr">
              <a:buNone/>
              <a:defRPr>
                <a:solidFill>
                  <a:schemeClr val="dk2"/>
                </a:solidFill>
              </a:defRPr>
            </a:lvl3pPr>
            <a:lvl4pPr lvl="3" algn="ctr">
              <a:buNone/>
              <a:defRPr>
                <a:solidFill>
                  <a:schemeClr val="dk2"/>
                </a:solidFill>
              </a:defRPr>
            </a:lvl4pPr>
            <a:lvl5pPr lvl="4" algn="ctr">
              <a:buNone/>
              <a:defRPr>
                <a:solidFill>
                  <a:schemeClr val="dk2"/>
                </a:solidFill>
              </a:defRPr>
            </a:lvl5pPr>
            <a:lvl6pPr lvl="5" algn="ctr">
              <a:buNone/>
              <a:defRPr>
                <a:solidFill>
                  <a:schemeClr val="dk2"/>
                </a:solidFill>
              </a:defRPr>
            </a:lvl6pPr>
            <a:lvl7pPr lvl="6" algn="ctr">
              <a:buNone/>
              <a:defRPr>
                <a:solidFill>
                  <a:schemeClr val="dk2"/>
                </a:solidFill>
              </a:defRPr>
            </a:lvl7pPr>
            <a:lvl8pPr lvl="7" algn="ctr">
              <a:buNone/>
              <a:defRPr>
                <a:solidFill>
                  <a:schemeClr val="dk2"/>
                </a:solidFill>
              </a:defRPr>
            </a:lvl8pPr>
            <a:lvl9pPr lvl="8" algn="ctr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2000" name="Google Shape;2000;p194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2001" name="Google Shape;2001;p194"/>
          <p:cNvSpPr txBox="1"/>
          <p:nvPr>
            <p:ph type="title"/>
          </p:nvPr>
        </p:nvSpPr>
        <p:spPr>
          <a:xfrm>
            <a:off x="720000" y="445025"/>
            <a:ext cx="6266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002" name="Google Shape;2002;p194"/>
          <p:cNvSpPr txBox="1"/>
          <p:nvPr>
            <p:ph idx="1" type="subTitle"/>
          </p:nvPr>
        </p:nvSpPr>
        <p:spPr>
          <a:xfrm>
            <a:off x="720000" y="1347250"/>
            <a:ext cx="7324500" cy="317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003" name="Shape 2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4" name="Google Shape;2004;p195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5" name="Google Shape;2005;p195"/>
          <p:cNvSpPr txBox="1"/>
          <p:nvPr>
            <p:ph type="title"/>
          </p:nvPr>
        </p:nvSpPr>
        <p:spPr>
          <a:xfrm>
            <a:off x="969825" y="2079259"/>
            <a:ext cx="7204500" cy="87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cxnSp>
        <p:nvCxnSpPr>
          <p:cNvPr id="2006" name="Google Shape;2006;p195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2007" name="Google Shape;2007;p195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08" name="Google Shape;2008;p195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2009" name="Google Shape;2009;p195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2010" name="Google Shape;2010;p195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None/>
              <a:defRPr>
                <a:solidFill>
                  <a:schemeClr val="dk2"/>
                </a:solidFill>
              </a:defRPr>
            </a:lvl1pPr>
            <a:lvl2pPr lvl="1" algn="ctr">
              <a:buNone/>
              <a:defRPr>
                <a:solidFill>
                  <a:schemeClr val="dk2"/>
                </a:solidFill>
              </a:defRPr>
            </a:lvl2pPr>
            <a:lvl3pPr lvl="2" algn="ctr">
              <a:buNone/>
              <a:defRPr>
                <a:solidFill>
                  <a:schemeClr val="dk2"/>
                </a:solidFill>
              </a:defRPr>
            </a:lvl3pPr>
            <a:lvl4pPr lvl="3" algn="ctr">
              <a:buNone/>
              <a:defRPr>
                <a:solidFill>
                  <a:schemeClr val="dk2"/>
                </a:solidFill>
              </a:defRPr>
            </a:lvl4pPr>
            <a:lvl5pPr lvl="4" algn="ctr">
              <a:buNone/>
              <a:defRPr>
                <a:solidFill>
                  <a:schemeClr val="dk2"/>
                </a:solidFill>
              </a:defRPr>
            </a:lvl5pPr>
            <a:lvl6pPr lvl="5" algn="ctr">
              <a:buNone/>
              <a:defRPr>
                <a:solidFill>
                  <a:schemeClr val="dk2"/>
                </a:solidFill>
              </a:defRPr>
            </a:lvl6pPr>
            <a:lvl7pPr lvl="6" algn="ctr">
              <a:buNone/>
              <a:defRPr>
                <a:solidFill>
                  <a:schemeClr val="dk2"/>
                </a:solidFill>
              </a:defRPr>
            </a:lvl7pPr>
            <a:lvl8pPr lvl="7" algn="ctr">
              <a:buNone/>
              <a:defRPr>
                <a:solidFill>
                  <a:schemeClr val="dk2"/>
                </a:solidFill>
              </a:defRPr>
            </a:lvl8pPr>
            <a:lvl9pPr lvl="8" algn="ctr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2011" name="Google Shape;2011;p195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</p:spTree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012" name="Shape 2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3" name="Google Shape;2013;p196"/>
          <p:cNvSpPr txBox="1"/>
          <p:nvPr>
            <p:ph type="title"/>
          </p:nvPr>
        </p:nvSpPr>
        <p:spPr>
          <a:xfrm>
            <a:off x="720000" y="1413525"/>
            <a:ext cx="4294800" cy="209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014" name="Google Shape;2014;p196"/>
          <p:cNvSpPr txBox="1"/>
          <p:nvPr>
            <p:ph idx="1" type="subTitle"/>
          </p:nvPr>
        </p:nvSpPr>
        <p:spPr>
          <a:xfrm>
            <a:off x="720000" y="3508800"/>
            <a:ext cx="4294800" cy="100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015" name="Google Shape;2015;p19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016" name="Shape 2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" name="Google Shape;2017;p197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018" name="Google Shape;2018;p197"/>
          <p:cNvSpPr txBox="1"/>
          <p:nvPr>
            <p:ph type="title"/>
          </p:nvPr>
        </p:nvSpPr>
        <p:spPr>
          <a:xfrm>
            <a:off x="713225" y="4162975"/>
            <a:ext cx="7917300" cy="541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019" name="Shape 2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0" name="Google Shape;2020;p198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21" name="Google Shape;2021;p198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2022" name="Google Shape;2022;p198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23" name="Google Shape;2023;p198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2024" name="Google Shape;2024;p198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2025" name="Google Shape;2025;p198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None/>
              <a:defRPr>
                <a:solidFill>
                  <a:schemeClr val="dk2"/>
                </a:solidFill>
              </a:defRPr>
            </a:lvl1pPr>
            <a:lvl2pPr lvl="1" algn="ctr">
              <a:buNone/>
              <a:defRPr>
                <a:solidFill>
                  <a:schemeClr val="dk2"/>
                </a:solidFill>
              </a:defRPr>
            </a:lvl2pPr>
            <a:lvl3pPr lvl="2" algn="ctr">
              <a:buNone/>
              <a:defRPr>
                <a:solidFill>
                  <a:schemeClr val="dk2"/>
                </a:solidFill>
              </a:defRPr>
            </a:lvl3pPr>
            <a:lvl4pPr lvl="3" algn="ctr">
              <a:buNone/>
              <a:defRPr>
                <a:solidFill>
                  <a:schemeClr val="dk2"/>
                </a:solidFill>
              </a:defRPr>
            </a:lvl4pPr>
            <a:lvl5pPr lvl="4" algn="ctr">
              <a:buNone/>
              <a:defRPr>
                <a:solidFill>
                  <a:schemeClr val="dk2"/>
                </a:solidFill>
              </a:defRPr>
            </a:lvl5pPr>
            <a:lvl6pPr lvl="5" algn="ctr">
              <a:buNone/>
              <a:defRPr>
                <a:solidFill>
                  <a:schemeClr val="dk2"/>
                </a:solidFill>
              </a:defRPr>
            </a:lvl6pPr>
            <a:lvl7pPr lvl="6" algn="ctr">
              <a:buNone/>
              <a:defRPr>
                <a:solidFill>
                  <a:schemeClr val="dk2"/>
                </a:solidFill>
              </a:defRPr>
            </a:lvl7pPr>
            <a:lvl8pPr lvl="7" algn="ctr">
              <a:buNone/>
              <a:defRPr>
                <a:solidFill>
                  <a:schemeClr val="dk2"/>
                </a:solidFill>
              </a:defRPr>
            </a:lvl8pPr>
            <a:lvl9pPr lvl="8" algn="ctr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2026" name="Google Shape;2026;p198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2027" name="Google Shape;2027;p198"/>
          <p:cNvSpPr txBox="1"/>
          <p:nvPr>
            <p:ph hasCustomPrompt="1" type="title"/>
          </p:nvPr>
        </p:nvSpPr>
        <p:spPr>
          <a:xfrm>
            <a:off x="1284000" y="1429725"/>
            <a:ext cx="6576000" cy="140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2028" name="Google Shape;2028;p198"/>
          <p:cNvSpPr txBox="1"/>
          <p:nvPr>
            <p:ph idx="1" type="subTitle"/>
          </p:nvPr>
        </p:nvSpPr>
        <p:spPr>
          <a:xfrm>
            <a:off x="1284000" y="2985500"/>
            <a:ext cx="6576000" cy="4971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2"/>
        </a:solidFill>
      </p:bgPr>
    </p:bg>
    <p:spTree>
      <p:nvGrpSpPr>
        <p:cNvPr id="2029" name="Shape 202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2030" name="Shape 2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1" name="Google Shape;2031;p200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2" name="Google Shape;2032;p20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033" name="Google Shape;2033;p200"/>
          <p:cNvSpPr txBox="1"/>
          <p:nvPr>
            <p:ph idx="1" type="subTitle"/>
          </p:nvPr>
        </p:nvSpPr>
        <p:spPr>
          <a:xfrm>
            <a:off x="713225" y="2018125"/>
            <a:ext cx="2426100" cy="538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034" name="Google Shape;2034;p200"/>
          <p:cNvSpPr txBox="1"/>
          <p:nvPr>
            <p:ph idx="2" type="subTitle"/>
          </p:nvPr>
        </p:nvSpPr>
        <p:spPr>
          <a:xfrm>
            <a:off x="713225" y="3870728"/>
            <a:ext cx="2426100" cy="538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035" name="Google Shape;2035;p200"/>
          <p:cNvSpPr txBox="1"/>
          <p:nvPr>
            <p:ph idx="3" type="subTitle"/>
          </p:nvPr>
        </p:nvSpPr>
        <p:spPr>
          <a:xfrm>
            <a:off x="3359125" y="3870725"/>
            <a:ext cx="2426100" cy="538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036" name="Google Shape;2036;p200"/>
          <p:cNvSpPr txBox="1"/>
          <p:nvPr>
            <p:ph idx="4" type="subTitle"/>
          </p:nvPr>
        </p:nvSpPr>
        <p:spPr>
          <a:xfrm>
            <a:off x="3359125" y="2018025"/>
            <a:ext cx="2426100" cy="538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037" name="Google Shape;2037;p200"/>
          <p:cNvSpPr txBox="1"/>
          <p:nvPr>
            <p:ph hasCustomPrompt="1" idx="5" type="title"/>
          </p:nvPr>
        </p:nvSpPr>
        <p:spPr>
          <a:xfrm>
            <a:off x="713225" y="1141288"/>
            <a:ext cx="656100" cy="4380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038" name="Google Shape;2038;p200"/>
          <p:cNvSpPr txBox="1"/>
          <p:nvPr>
            <p:ph hasCustomPrompt="1" idx="6" type="title"/>
          </p:nvPr>
        </p:nvSpPr>
        <p:spPr>
          <a:xfrm>
            <a:off x="3359125" y="2994063"/>
            <a:ext cx="656100" cy="438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039" name="Google Shape;2039;p200"/>
          <p:cNvSpPr txBox="1"/>
          <p:nvPr>
            <p:ph hasCustomPrompt="1" idx="7" type="title"/>
          </p:nvPr>
        </p:nvSpPr>
        <p:spPr>
          <a:xfrm>
            <a:off x="713225" y="2994063"/>
            <a:ext cx="656100" cy="438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040" name="Google Shape;2040;p200"/>
          <p:cNvSpPr txBox="1"/>
          <p:nvPr>
            <p:ph hasCustomPrompt="1" idx="8" type="title"/>
          </p:nvPr>
        </p:nvSpPr>
        <p:spPr>
          <a:xfrm>
            <a:off x="3359125" y="1142055"/>
            <a:ext cx="656100" cy="4380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041" name="Google Shape;2041;p200"/>
          <p:cNvSpPr txBox="1"/>
          <p:nvPr>
            <p:ph idx="9" type="subTitle"/>
          </p:nvPr>
        </p:nvSpPr>
        <p:spPr>
          <a:xfrm>
            <a:off x="5997638" y="3870725"/>
            <a:ext cx="2426100" cy="538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042" name="Google Shape;2042;p200"/>
          <p:cNvSpPr txBox="1"/>
          <p:nvPr>
            <p:ph idx="13" type="subTitle"/>
          </p:nvPr>
        </p:nvSpPr>
        <p:spPr>
          <a:xfrm>
            <a:off x="5997638" y="2018025"/>
            <a:ext cx="2426100" cy="538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043" name="Google Shape;2043;p200"/>
          <p:cNvSpPr txBox="1"/>
          <p:nvPr>
            <p:ph hasCustomPrompt="1" idx="14" type="title"/>
          </p:nvPr>
        </p:nvSpPr>
        <p:spPr>
          <a:xfrm>
            <a:off x="5997638" y="2994063"/>
            <a:ext cx="656100" cy="438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044" name="Google Shape;2044;p200"/>
          <p:cNvSpPr txBox="1"/>
          <p:nvPr>
            <p:ph hasCustomPrompt="1" idx="15" type="title"/>
          </p:nvPr>
        </p:nvSpPr>
        <p:spPr>
          <a:xfrm>
            <a:off x="5997638" y="1142055"/>
            <a:ext cx="656100" cy="4380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045" name="Google Shape;2045;p200"/>
          <p:cNvSpPr txBox="1"/>
          <p:nvPr>
            <p:ph idx="16" type="subTitle"/>
          </p:nvPr>
        </p:nvSpPr>
        <p:spPr>
          <a:xfrm>
            <a:off x="713225" y="1594575"/>
            <a:ext cx="2423100" cy="4389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latin typeface="Quicksand"/>
                <a:ea typeface="Quicksand"/>
                <a:cs typeface="Quicksand"/>
                <a:sym typeface="Quicksa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046" name="Google Shape;2046;p200"/>
          <p:cNvSpPr txBox="1"/>
          <p:nvPr>
            <p:ph idx="17" type="subTitle"/>
          </p:nvPr>
        </p:nvSpPr>
        <p:spPr>
          <a:xfrm>
            <a:off x="713225" y="3447136"/>
            <a:ext cx="2423100" cy="4284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latin typeface="Quicksand"/>
                <a:ea typeface="Quicksand"/>
                <a:cs typeface="Quicksand"/>
                <a:sym typeface="Quicksa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047" name="Google Shape;2047;p200"/>
          <p:cNvSpPr txBox="1"/>
          <p:nvPr>
            <p:ph idx="18" type="subTitle"/>
          </p:nvPr>
        </p:nvSpPr>
        <p:spPr>
          <a:xfrm>
            <a:off x="3359125" y="3447125"/>
            <a:ext cx="2423100" cy="4284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latin typeface="Quicksand"/>
                <a:ea typeface="Quicksand"/>
                <a:cs typeface="Quicksand"/>
                <a:sym typeface="Quicksa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048" name="Google Shape;2048;p200"/>
          <p:cNvSpPr txBox="1"/>
          <p:nvPr>
            <p:ph idx="19" type="subTitle"/>
          </p:nvPr>
        </p:nvSpPr>
        <p:spPr>
          <a:xfrm>
            <a:off x="3359125" y="1594575"/>
            <a:ext cx="2423100" cy="4389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latin typeface="Quicksand"/>
                <a:ea typeface="Quicksand"/>
                <a:cs typeface="Quicksand"/>
                <a:sym typeface="Quicksa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049" name="Google Shape;2049;p200"/>
          <p:cNvSpPr txBox="1"/>
          <p:nvPr>
            <p:ph idx="20" type="subTitle"/>
          </p:nvPr>
        </p:nvSpPr>
        <p:spPr>
          <a:xfrm>
            <a:off x="5997638" y="3447125"/>
            <a:ext cx="2423100" cy="4284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latin typeface="Quicksand"/>
                <a:ea typeface="Quicksand"/>
                <a:cs typeface="Quicksand"/>
                <a:sym typeface="Quicksa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050" name="Google Shape;2050;p200"/>
          <p:cNvSpPr txBox="1"/>
          <p:nvPr>
            <p:ph idx="21" type="subTitle"/>
          </p:nvPr>
        </p:nvSpPr>
        <p:spPr>
          <a:xfrm>
            <a:off x="5997638" y="1594575"/>
            <a:ext cx="2423100" cy="4389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latin typeface="Quicksand"/>
                <a:ea typeface="Quicksand"/>
                <a:cs typeface="Quicksand"/>
                <a:sym typeface="Quicksa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cxnSp>
        <p:nvCxnSpPr>
          <p:cNvPr id="2051" name="Google Shape;2051;p200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2052" name="Google Shape;2052;p200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53" name="Google Shape;2053;p200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2054" name="Google Shape;2054;p200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2055" name="Google Shape;2055;p200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None/>
              <a:defRPr>
                <a:solidFill>
                  <a:schemeClr val="dk2"/>
                </a:solidFill>
              </a:defRPr>
            </a:lvl1pPr>
            <a:lvl2pPr lvl="1" algn="ctr">
              <a:buNone/>
              <a:defRPr>
                <a:solidFill>
                  <a:schemeClr val="dk2"/>
                </a:solidFill>
              </a:defRPr>
            </a:lvl2pPr>
            <a:lvl3pPr lvl="2" algn="ctr">
              <a:buNone/>
              <a:defRPr>
                <a:solidFill>
                  <a:schemeClr val="dk2"/>
                </a:solidFill>
              </a:defRPr>
            </a:lvl3pPr>
            <a:lvl4pPr lvl="3" algn="ctr">
              <a:buNone/>
              <a:defRPr>
                <a:solidFill>
                  <a:schemeClr val="dk2"/>
                </a:solidFill>
              </a:defRPr>
            </a:lvl4pPr>
            <a:lvl5pPr lvl="4" algn="ctr">
              <a:buNone/>
              <a:defRPr>
                <a:solidFill>
                  <a:schemeClr val="dk2"/>
                </a:solidFill>
              </a:defRPr>
            </a:lvl5pPr>
            <a:lvl6pPr lvl="5" algn="ctr">
              <a:buNone/>
              <a:defRPr>
                <a:solidFill>
                  <a:schemeClr val="dk2"/>
                </a:solidFill>
              </a:defRPr>
            </a:lvl6pPr>
            <a:lvl7pPr lvl="6" algn="ctr">
              <a:buNone/>
              <a:defRPr>
                <a:solidFill>
                  <a:schemeClr val="dk2"/>
                </a:solidFill>
              </a:defRPr>
            </a:lvl7pPr>
            <a:lvl8pPr lvl="7" algn="ctr">
              <a:buNone/>
              <a:defRPr>
                <a:solidFill>
                  <a:schemeClr val="dk2"/>
                </a:solidFill>
              </a:defRPr>
            </a:lvl8pPr>
            <a:lvl9pPr lvl="8" algn="ctr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2056" name="Google Shape;2056;p200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</p:spTree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2057" name="Shape 2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" name="Google Shape;2058;p201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59" name="Google Shape;2059;p201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2060" name="Google Shape;2060;p201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61" name="Google Shape;2061;p201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2062" name="Google Shape;2062;p201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2063" name="Google Shape;2063;p201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None/>
              <a:defRPr>
                <a:solidFill>
                  <a:schemeClr val="dk2"/>
                </a:solidFill>
              </a:defRPr>
            </a:lvl1pPr>
            <a:lvl2pPr lvl="1" algn="ctr">
              <a:buNone/>
              <a:defRPr>
                <a:solidFill>
                  <a:schemeClr val="dk2"/>
                </a:solidFill>
              </a:defRPr>
            </a:lvl2pPr>
            <a:lvl3pPr lvl="2" algn="ctr">
              <a:buNone/>
              <a:defRPr>
                <a:solidFill>
                  <a:schemeClr val="dk2"/>
                </a:solidFill>
              </a:defRPr>
            </a:lvl3pPr>
            <a:lvl4pPr lvl="3" algn="ctr">
              <a:buNone/>
              <a:defRPr>
                <a:solidFill>
                  <a:schemeClr val="dk2"/>
                </a:solidFill>
              </a:defRPr>
            </a:lvl4pPr>
            <a:lvl5pPr lvl="4" algn="ctr">
              <a:buNone/>
              <a:defRPr>
                <a:solidFill>
                  <a:schemeClr val="dk2"/>
                </a:solidFill>
              </a:defRPr>
            </a:lvl5pPr>
            <a:lvl6pPr lvl="5" algn="ctr">
              <a:buNone/>
              <a:defRPr>
                <a:solidFill>
                  <a:schemeClr val="dk2"/>
                </a:solidFill>
              </a:defRPr>
            </a:lvl6pPr>
            <a:lvl7pPr lvl="6" algn="ctr">
              <a:buNone/>
              <a:defRPr>
                <a:solidFill>
                  <a:schemeClr val="dk2"/>
                </a:solidFill>
              </a:defRPr>
            </a:lvl7pPr>
            <a:lvl8pPr lvl="7" algn="ctr">
              <a:buNone/>
              <a:defRPr>
                <a:solidFill>
                  <a:schemeClr val="dk2"/>
                </a:solidFill>
              </a:defRPr>
            </a:lvl8pPr>
            <a:lvl9pPr lvl="8" algn="ctr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2064" name="Google Shape;2064;p201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2065" name="Google Shape;2065;p201"/>
          <p:cNvSpPr txBox="1"/>
          <p:nvPr>
            <p:ph type="title"/>
          </p:nvPr>
        </p:nvSpPr>
        <p:spPr>
          <a:xfrm>
            <a:off x="969900" y="3387600"/>
            <a:ext cx="7204200" cy="5319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066" name="Google Shape;2066;p201"/>
          <p:cNvSpPr txBox="1"/>
          <p:nvPr>
            <p:ph idx="1" type="subTitle"/>
          </p:nvPr>
        </p:nvSpPr>
        <p:spPr>
          <a:xfrm>
            <a:off x="969900" y="1312625"/>
            <a:ext cx="7204200" cy="147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9">
    <p:spTree>
      <p:nvGrpSpPr>
        <p:cNvPr id="2067" name="Shape 2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" name="Google Shape;2068;p202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69" name="Google Shape;2069;p202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2070" name="Google Shape;2070;p202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71" name="Google Shape;2071;p202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2072" name="Google Shape;2072;p202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2073" name="Google Shape;2073;p202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None/>
              <a:defRPr>
                <a:solidFill>
                  <a:schemeClr val="dk2"/>
                </a:solidFill>
              </a:defRPr>
            </a:lvl1pPr>
            <a:lvl2pPr lvl="1" algn="ctr">
              <a:buNone/>
              <a:defRPr>
                <a:solidFill>
                  <a:schemeClr val="dk2"/>
                </a:solidFill>
              </a:defRPr>
            </a:lvl2pPr>
            <a:lvl3pPr lvl="2" algn="ctr">
              <a:buNone/>
              <a:defRPr>
                <a:solidFill>
                  <a:schemeClr val="dk2"/>
                </a:solidFill>
              </a:defRPr>
            </a:lvl3pPr>
            <a:lvl4pPr lvl="3" algn="ctr">
              <a:buNone/>
              <a:defRPr>
                <a:solidFill>
                  <a:schemeClr val="dk2"/>
                </a:solidFill>
              </a:defRPr>
            </a:lvl4pPr>
            <a:lvl5pPr lvl="4" algn="ctr">
              <a:buNone/>
              <a:defRPr>
                <a:solidFill>
                  <a:schemeClr val="dk2"/>
                </a:solidFill>
              </a:defRPr>
            </a:lvl5pPr>
            <a:lvl6pPr lvl="5" algn="ctr">
              <a:buNone/>
              <a:defRPr>
                <a:solidFill>
                  <a:schemeClr val="dk2"/>
                </a:solidFill>
              </a:defRPr>
            </a:lvl6pPr>
            <a:lvl7pPr lvl="6" algn="ctr">
              <a:buNone/>
              <a:defRPr>
                <a:solidFill>
                  <a:schemeClr val="dk2"/>
                </a:solidFill>
              </a:defRPr>
            </a:lvl7pPr>
            <a:lvl8pPr lvl="7" algn="ctr">
              <a:buNone/>
              <a:defRPr>
                <a:solidFill>
                  <a:schemeClr val="dk2"/>
                </a:solidFill>
              </a:defRPr>
            </a:lvl8pPr>
            <a:lvl9pPr lvl="8" algn="ctr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2074" name="Google Shape;2074;p202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2075" name="Google Shape;2075;p202"/>
          <p:cNvSpPr txBox="1"/>
          <p:nvPr>
            <p:ph type="title"/>
          </p:nvPr>
        </p:nvSpPr>
        <p:spPr>
          <a:xfrm>
            <a:off x="720000" y="1148563"/>
            <a:ext cx="3944700" cy="160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076" name="Google Shape;2076;p202"/>
          <p:cNvSpPr txBox="1"/>
          <p:nvPr>
            <p:ph idx="1" type="subTitle"/>
          </p:nvPr>
        </p:nvSpPr>
        <p:spPr>
          <a:xfrm>
            <a:off x="720000" y="2878638"/>
            <a:ext cx="3944700" cy="111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077" name="Google Shape;2077;p202"/>
          <p:cNvSpPr/>
          <p:nvPr>
            <p:ph idx="2" type="pic"/>
          </p:nvPr>
        </p:nvSpPr>
        <p:spPr>
          <a:xfrm>
            <a:off x="5149825" y="691038"/>
            <a:ext cx="3070800" cy="37614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">
    <p:spTree>
      <p:nvGrpSpPr>
        <p:cNvPr id="2078" name="Shape 2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9" name="Google Shape;2079;p203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80" name="Google Shape;2080;p203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2081" name="Google Shape;2081;p203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82" name="Google Shape;2082;p203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2083" name="Google Shape;2083;p203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2084" name="Google Shape;2084;p203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None/>
              <a:defRPr>
                <a:solidFill>
                  <a:schemeClr val="dk2"/>
                </a:solidFill>
              </a:defRPr>
            </a:lvl1pPr>
            <a:lvl2pPr lvl="1" algn="ctr">
              <a:buNone/>
              <a:defRPr>
                <a:solidFill>
                  <a:schemeClr val="dk2"/>
                </a:solidFill>
              </a:defRPr>
            </a:lvl2pPr>
            <a:lvl3pPr lvl="2" algn="ctr">
              <a:buNone/>
              <a:defRPr>
                <a:solidFill>
                  <a:schemeClr val="dk2"/>
                </a:solidFill>
              </a:defRPr>
            </a:lvl3pPr>
            <a:lvl4pPr lvl="3" algn="ctr">
              <a:buNone/>
              <a:defRPr>
                <a:solidFill>
                  <a:schemeClr val="dk2"/>
                </a:solidFill>
              </a:defRPr>
            </a:lvl4pPr>
            <a:lvl5pPr lvl="4" algn="ctr">
              <a:buNone/>
              <a:defRPr>
                <a:solidFill>
                  <a:schemeClr val="dk2"/>
                </a:solidFill>
              </a:defRPr>
            </a:lvl5pPr>
            <a:lvl6pPr lvl="5" algn="ctr">
              <a:buNone/>
              <a:defRPr>
                <a:solidFill>
                  <a:schemeClr val="dk2"/>
                </a:solidFill>
              </a:defRPr>
            </a:lvl6pPr>
            <a:lvl7pPr lvl="6" algn="ctr">
              <a:buNone/>
              <a:defRPr>
                <a:solidFill>
                  <a:schemeClr val="dk2"/>
                </a:solidFill>
              </a:defRPr>
            </a:lvl7pPr>
            <a:lvl8pPr lvl="7" algn="ctr">
              <a:buNone/>
              <a:defRPr>
                <a:solidFill>
                  <a:schemeClr val="dk2"/>
                </a:solidFill>
              </a:defRPr>
            </a:lvl8pPr>
            <a:lvl9pPr lvl="8" algn="ctr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2085" name="Google Shape;2085;p203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2086" name="Google Shape;2086;p203"/>
          <p:cNvSpPr txBox="1"/>
          <p:nvPr>
            <p:ph type="title"/>
          </p:nvPr>
        </p:nvSpPr>
        <p:spPr>
          <a:xfrm>
            <a:off x="720000" y="1568400"/>
            <a:ext cx="2891400" cy="70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087" name="Google Shape;2087;p203"/>
          <p:cNvSpPr txBox="1"/>
          <p:nvPr>
            <p:ph idx="1" type="subTitle"/>
          </p:nvPr>
        </p:nvSpPr>
        <p:spPr>
          <a:xfrm>
            <a:off x="720000" y="2268888"/>
            <a:ext cx="2891400" cy="13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2088" name="Shape 2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9" name="Google Shape;2089;p204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90" name="Google Shape;2090;p204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2091" name="Google Shape;2091;p204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92" name="Google Shape;2092;p204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2093" name="Google Shape;2093;p204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2094" name="Google Shape;2094;p204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None/>
              <a:defRPr>
                <a:solidFill>
                  <a:schemeClr val="dk2"/>
                </a:solidFill>
              </a:defRPr>
            </a:lvl1pPr>
            <a:lvl2pPr lvl="1" algn="ctr">
              <a:buNone/>
              <a:defRPr>
                <a:solidFill>
                  <a:schemeClr val="dk2"/>
                </a:solidFill>
              </a:defRPr>
            </a:lvl2pPr>
            <a:lvl3pPr lvl="2" algn="ctr">
              <a:buNone/>
              <a:defRPr>
                <a:solidFill>
                  <a:schemeClr val="dk2"/>
                </a:solidFill>
              </a:defRPr>
            </a:lvl3pPr>
            <a:lvl4pPr lvl="3" algn="ctr">
              <a:buNone/>
              <a:defRPr>
                <a:solidFill>
                  <a:schemeClr val="dk2"/>
                </a:solidFill>
              </a:defRPr>
            </a:lvl4pPr>
            <a:lvl5pPr lvl="4" algn="ctr">
              <a:buNone/>
              <a:defRPr>
                <a:solidFill>
                  <a:schemeClr val="dk2"/>
                </a:solidFill>
              </a:defRPr>
            </a:lvl5pPr>
            <a:lvl6pPr lvl="5" algn="ctr">
              <a:buNone/>
              <a:defRPr>
                <a:solidFill>
                  <a:schemeClr val="dk2"/>
                </a:solidFill>
              </a:defRPr>
            </a:lvl6pPr>
            <a:lvl7pPr lvl="6" algn="ctr">
              <a:buNone/>
              <a:defRPr>
                <a:solidFill>
                  <a:schemeClr val="dk2"/>
                </a:solidFill>
              </a:defRPr>
            </a:lvl7pPr>
            <a:lvl8pPr lvl="7" algn="ctr">
              <a:buNone/>
              <a:defRPr>
                <a:solidFill>
                  <a:schemeClr val="dk2"/>
                </a:solidFill>
              </a:defRPr>
            </a:lvl8pPr>
            <a:lvl9pPr lvl="8" algn="ctr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2095" name="Google Shape;2095;p204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2096" name="Google Shape;2096;p20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097" name="Google Shape;2097;p204"/>
          <p:cNvSpPr txBox="1"/>
          <p:nvPr>
            <p:ph idx="1" type="subTitle"/>
          </p:nvPr>
        </p:nvSpPr>
        <p:spPr>
          <a:xfrm>
            <a:off x="937625" y="3071250"/>
            <a:ext cx="2175300" cy="86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098" name="Google Shape;2098;p204"/>
          <p:cNvSpPr txBox="1"/>
          <p:nvPr>
            <p:ph idx="2" type="subTitle"/>
          </p:nvPr>
        </p:nvSpPr>
        <p:spPr>
          <a:xfrm>
            <a:off x="3484346" y="3071250"/>
            <a:ext cx="2175300" cy="86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099" name="Google Shape;2099;p204"/>
          <p:cNvSpPr txBox="1"/>
          <p:nvPr>
            <p:ph idx="3" type="subTitle"/>
          </p:nvPr>
        </p:nvSpPr>
        <p:spPr>
          <a:xfrm>
            <a:off x="6031074" y="3071250"/>
            <a:ext cx="2175300" cy="86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100" name="Google Shape;2100;p204"/>
          <p:cNvSpPr txBox="1"/>
          <p:nvPr>
            <p:ph idx="4" type="subTitle"/>
          </p:nvPr>
        </p:nvSpPr>
        <p:spPr>
          <a:xfrm>
            <a:off x="937625" y="2690250"/>
            <a:ext cx="2175300" cy="3657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101" name="Google Shape;2101;p204"/>
          <p:cNvSpPr txBox="1"/>
          <p:nvPr>
            <p:ph idx="5" type="subTitle"/>
          </p:nvPr>
        </p:nvSpPr>
        <p:spPr>
          <a:xfrm>
            <a:off x="3484347" y="2690250"/>
            <a:ext cx="2175300" cy="3657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102" name="Google Shape;2102;p204"/>
          <p:cNvSpPr txBox="1"/>
          <p:nvPr>
            <p:ph idx="6" type="subTitle"/>
          </p:nvPr>
        </p:nvSpPr>
        <p:spPr>
          <a:xfrm>
            <a:off x="6031075" y="2690250"/>
            <a:ext cx="2175300" cy="3657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6_1">
    <p:spTree>
      <p:nvGrpSpPr>
        <p:cNvPr id="2103" name="Shape 2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4" name="Google Shape;2104;p205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05" name="Google Shape;2105;p205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2106" name="Google Shape;2106;p205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07" name="Google Shape;2107;p205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2108" name="Google Shape;2108;p205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2109" name="Google Shape;2109;p205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None/>
              <a:defRPr>
                <a:solidFill>
                  <a:schemeClr val="dk2"/>
                </a:solidFill>
              </a:defRPr>
            </a:lvl1pPr>
            <a:lvl2pPr lvl="1" algn="ctr">
              <a:buNone/>
              <a:defRPr>
                <a:solidFill>
                  <a:schemeClr val="dk2"/>
                </a:solidFill>
              </a:defRPr>
            </a:lvl2pPr>
            <a:lvl3pPr lvl="2" algn="ctr">
              <a:buNone/>
              <a:defRPr>
                <a:solidFill>
                  <a:schemeClr val="dk2"/>
                </a:solidFill>
              </a:defRPr>
            </a:lvl3pPr>
            <a:lvl4pPr lvl="3" algn="ctr">
              <a:buNone/>
              <a:defRPr>
                <a:solidFill>
                  <a:schemeClr val="dk2"/>
                </a:solidFill>
              </a:defRPr>
            </a:lvl4pPr>
            <a:lvl5pPr lvl="4" algn="ctr">
              <a:buNone/>
              <a:defRPr>
                <a:solidFill>
                  <a:schemeClr val="dk2"/>
                </a:solidFill>
              </a:defRPr>
            </a:lvl5pPr>
            <a:lvl6pPr lvl="5" algn="ctr">
              <a:buNone/>
              <a:defRPr>
                <a:solidFill>
                  <a:schemeClr val="dk2"/>
                </a:solidFill>
              </a:defRPr>
            </a:lvl6pPr>
            <a:lvl7pPr lvl="6" algn="ctr">
              <a:buNone/>
              <a:defRPr>
                <a:solidFill>
                  <a:schemeClr val="dk2"/>
                </a:solidFill>
              </a:defRPr>
            </a:lvl7pPr>
            <a:lvl8pPr lvl="7" algn="ctr">
              <a:buNone/>
              <a:defRPr>
                <a:solidFill>
                  <a:schemeClr val="dk2"/>
                </a:solidFill>
              </a:defRPr>
            </a:lvl8pPr>
            <a:lvl9pPr lvl="8" algn="ctr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2110" name="Google Shape;2110;p205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2111" name="Google Shape;2111;p20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112" name="Google Shape;2112;p205"/>
          <p:cNvSpPr txBox="1"/>
          <p:nvPr>
            <p:ph idx="1" type="subTitle"/>
          </p:nvPr>
        </p:nvSpPr>
        <p:spPr>
          <a:xfrm>
            <a:off x="720025" y="1610942"/>
            <a:ext cx="7704000" cy="53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113" name="Google Shape;2113;p205"/>
          <p:cNvSpPr txBox="1"/>
          <p:nvPr>
            <p:ph idx="2" type="subTitle"/>
          </p:nvPr>
        </p:nvSpPr>
        <p:spPr>
          <a:xfrm>
            <a:off x="720025" y="2731125"/>
            <a:ext cx="77040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114" name="Google Shape;2114;p205"/>
          <p:cNvSpPr txBox="1"/>
          <p:nvPr>
            <p:ph idx="3" type="subTitle"/>
          </p:nvPr>
        </p:nvSpPr>
        <p:spPr>
          <a:xfrm>
            <a:off x="720025" y="3851625"/>
            <a:ext cx="77040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115" name="Google Shape;2115;p205"/>
          <p:cNvSpPr txBox="1"/>
          <p:nvPr>
            <p:ph idx="4" type="subTitle"/>
          </p:nvPr>
        </p:nvSpPr>
        <p:spPr>
          <a:xfrm>
            <a:off x="720025" y="1241274"/>
            <a:ext cx="7704000" cy="3936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116" name="Google Shape;2116;p205"/>
          <p:cNvSpPr txBox="1"/>
          <p:nvPr>
            <p:ph idx="5" type="subTitle"/>
          </p:nvPr>
        </p:nvSpPr>
        <p:spPr>
          <a:xfrm>
            <a:off x="720025" y="2350125"/>
            <a:ext cx="7704000" cy="3936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117" name="Google Shape;2117;p205"/>
          <p:cNvSpPr txBox="1"/>
          <p:nvPr>
            <p:ph idx="6" type="subTitle"/>
          </p:nvPr>
        </p:nvSpPr>
        <p:spPr>
          <a:xfrm>
            <a:off x="720025" y="3470625"/>
            <a:ext cx="7704000" cy="3936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2">
  <p:cSld name="CUSTOM_6_1_1">
    <p:spTree>
      <p:nvGrpSpPr>
        <p:cNvPr id="2118" name="Shape 2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9" name="Google Shape;2119;p206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20" name="Google Shape;2120;p206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2121" name="Google Shape;2121;p206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22" name="Google Shape;2122;p206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2123" name="Google Shape;2123;p206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2124" name="Google Shape;2124;p206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None/>
              <a:defRPr>
                <a:solidFill>
                  <a:schemeClr val="dk2"/>
                </a:solidFill>
              </a:defRPr>
            </a:lvl1pPr>
            <a:lvl2pPr lvl="1" algn="ctr">
              <a:buNone/>
              <a:defRPr>
                <a:solidFill>
                  <a:schemeClr val="dk2"/>
                </a:solidFill>
              </a:defRPr>
            </a:lvl2pPr>
            <a:lvl3pPr lvl="2" algn="ctr">
              <a:buNone/>
              <a:defRPr>
                <a:solidFill>
                  <a:schemeClr val="dk2"/>
                </a:solidFill>
              </a:defRPr>
            </a:lvl3pPr>
            <a:lvl4pPr lvl="3" algn="ctr">
              <a:buNone/>
              <a:defRPr>
                <a:solidFill>
                  <a:schemeClr val="dk2"/>
                </a:solidFill>
              </a:defRPr>
            </a:lvl4pPr>
            <a:lvl5pPr lvl="4" algn="ctr">
              <a:buNone/>
              <a:defRPr>
                <a:solidFill>
                  <a:schemeClr val="dk2"/>
                </a:solidFill>
              </a:defRPr>
            </a:lvl5pPr>
            <a:lvl6pPr lvl="5" algn="ctr">
              <a:buNone/>
              <a:defRPr>
                <a:solidFill>
                  <a:schemeClr val="dk2"/>
                </a:solidFill>
              </a:defRPr>
            </a:lvl6pPr>
            <a:lvl7pPr lvl="6" algn="ctr">
              <a:buNone/>
              <a:defRPr>
                <a:solidFill>
                  <a:schemeClr val="dk2"/>
                </a:solidFill>
              </a:defRPr>
            </a:lvl7pPr>
            <a:lvl8pPr lvl="7" algn="ctr">
              <a:buNone/>
              <a:defRPr>
                <a:solidFill>
                  <a:schemeClr val="dk2"/>
                </a:solidFill>
              </a:defRPr>
            </a:lvl8pPr>
            <a:lvl9pPr lvl="8" algn="ctr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2125" name="Google Shape;2125;p206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2126" name="Google Shape;2126;p20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127" name="Google Shape;2127;p206"/>
          <p:cNvSpPr txBox="1"/>
          <p:nvPr>
            <p:ph idx="1" type="subTitle"/>
          </p:nvPr>
        </p:nvSpPr>
        <p:spPr>
          <a:xfrm>
            <a:off x="1381625" y="1718025"/>
            <a:ext cx="70425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128" name="Google Shape;2128;p206"/>
          <p:cNvSpPr txBox="1"/>
          <p:nvPr>
            <p:ph idx="2" type="subTitle"/>
          </p:nvPr>
        </p:nvSpPr>
        <p:spPr>
          <a:xfrm>
            <a:off x="1381635" y="2861025"/>
            <a:ext cx="70425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129" name="Google Shape;2129;p206"/>
          <p:cNvSpPr txBox="1"/>
          <p:nvPr>
            <p:ph idx="3" type="subTitle"/>
          </p:nvPr>
        </p:nvSpPr>
        <p:spPr>
          <a:xfrm>
            <a:off x="1381635" y="4004025"/>
            <a:ext cx="70425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130" name="Google Shape;2130;p206"/>
          <p:cNvSpPr txBox="1"/>
          <p:nvPr>
            <p:ph idx="4" type="subTitle"/>
          </p:nvPr>
        </p:nvSpPr>
        <p:spPr>
          <a:xfrm>
            <a:off x="1381625" y="1406025"/>
            <a:ext cx="7042500" cy="3336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131" name="Google Shape;2131;p206"/>
          <p:cNvSpPr txBox="1"/>
          <p:nvPr>
            <p:ph idx="5" type="subTitle"/>
          </p:nvPr>
        </p:nvSpPr>
        <p:spPr>
          <a:xfrm>
            <a:off x="1381625" y="2526575"/>
            <a:ext cx="7042500" cy="3336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132" name="Google Shape;2132;p206"/>
          <p:cNvSpPr txBox="1"/>
          <p:nvPr>
            <p:ph idx="6" type="subTitle"/>
          </p:nvPr>
        </p:nvSpPr>
        <p:spPr>
          <a:xfrm>
            <a:off x="1381625" y="3647125"/>
            <a:ext cx="7042500" cy="3336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2133" name="Shape 2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4" name="Google Shape;2134;p207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35" name="Google Shape;2135;p207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2136" name="Google Shape;2136;p207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37" name="Google Shape;2137;p207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2138" name="Google Shape;2138;p207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2139" name="Google Shape;2139;p207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None/>
              <a:defRPr>
                <a:solidFill>
                  <a:schemeClr val="dk2"/>
                </a:solidFill>
              </a:defRPr>
            </a:lvl1pPr>
            <a:lvl2pPr lvl="1" algn="ctr">
              <a:buNone/>
              <a:defRPr>
                <a:solidFill>
                  <a:schemeClr val="dk2"/>
                </a:solidFill>
              </a:defRPr>
            </a:lvl2pPr>
            <a:lvl3pPr lvl="2" algn="ctr">
              <a:buNone/>
              <a:defRPr>
                <a:solidFill>
                  <a:schemeClr val="dk2"/>
                </a:solidFill>
              </a:defRPr>
            </a:lvl3pPr>
            <a:lvl4pPr lvl="3" algn="ctr">
              <a:buNone/>
              <a:defRPr>
                <a:solidFill>
                  <a:schemeClr val="dk2"/>
                </a:solidFill>
              </a:defRPr>
            </a:lvl4pPr>
            <a:lvl5pPr lvl="4" algn="ctr">
              <a:buNone/>
              <a:defRPr>
                <a:solidFill>
                  <a:schemeClr val="dk2"/>
                </a:solidFill>
              </a:defRPr>
            </a:lvl5pPr>
            <a:lvl6pPr lvl="5" algn="ctr">
              <a:buNone/>
              <a:defRPr>
                <a:solidFill>
                  <a:schemeClr val="dk2"/>
                </a:solidFill>
              </a:defRPr>
            </a:lvl6pPr>
            <a:lvl7pPr lvl="6" algn="ctr">
              <a:buNone/>
              <a:defRPr>
                <a:solidFill>
                  <a:schemeClr val="dk2"/>
                </a:solidFill>
              </a:defRPr>
            </a:lvl7pPr>
            <a:lvl8pPr lvl="7" algn="ctr">
              <a:buNone/>
              <a:defRPr>
                <a:solidFill>
                  <a:schemeClr val="dk2"/>
                </a:solidFill>
              </a:defRPr>
            </a:lvl8pPr>
            <a:lvl9pPr lvl="8" algn="ctr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2140" name="Google Shape;2140;p207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2141" name="Google Shape;2141;p20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142" name="Google Shape;2142;p207"/>
          <p:cNvSpPr txBox="1"/>
          <p:nvPr>
            <p:ph idx="1" type="subTitle"/>
          </p:nvPr>
        </p:nvSpPr>
        <p:spPr>
          <a:xfrm>
            <a:off x="1545775" y="1975263"/>
            <a:ext cx="2556900" cy="9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143" name="Google Shape;2143;p207"/>
          <p:cNvSpPr txBox="1"/>
          <p:nvPr>
            <p:ph idx="2" type="subTitle"/>
          </p:nvPr>
        </p:nvSpPr>
        <p:spPr>
          <a:xfrm>
            <a:off x="5041325" y="1975263"/>
            <a:ext cx="2556900" cy="9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144" name="Google Shape;2144;p207"/>
          <p:cNvSpPr txBox="1"/>
          <p:nvPr>
            <p:ph idx="3" type="subTitle"/>
          </p:nvPr>
        </p:nvSpPr>
        <p:spPr>
          <a:xfrm>
            <a:off x="1545775" y="3691500"/>
            <a:ext cx="2556900" cy="9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145" name="Google Shape;2145;p207"/>
          <p:cNvSpPr txBox="1"/>
          <p:nvPr>
            <p:ph idx="4" type="subTitle"/>
          </p:nvPr>
        </p:nvSpPr>
        <p:spPr>
          <a:xfrm>
            <a:off x="5041325" y="3691500"/>
            <a:ext cx="2556900" cy="9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146" name="Google Shape;2146;p207"/>
          <p:cNvSpPr txBox="1"/>
          <p:nvPr>
            <p:ph idx="5" type="subTitle"/>
          </p:nvPr>
        </p:nvSpPr>
        <p:spPr>
          <a:xfrm>
            <a:off x="1545775" y="1670463"/>
            <a:ext cx="2556900" cy="3549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147" name="Google Shape;2147;p207"/>
          <p:cNvSpPr txBox="1"/>
          <p:nvPr>
            <p:ph idx="6" type="subTitle"/>
          </p:nvPr>
        </p:nvSpPr>
        <p:spPr>
          <a:xfrm>
            <a:off x="5041325" y="1670463"/>
            <a:ext cx="2556900" cy="3549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148" name="Google Shape;2148;p207"/>
          <p:cNvSpPr txBox="1"/>
          <p:nvPr>
            <p:ph idx="7" type="subTitle"/>
          </p:nvPr>
        </p:nvSpPr>
        <p:spPr>
          <a:xfrm>
            <a:off x="1545775" y="3386700"/>
            <a:ext cx="2556900" cy="3549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149" name="Google Shape;2149;p207"/>
          <p:cNvSpPr txBox="1"/>
          <p:nvPr>
            <p:ph idx="8" type="subTitle"/>
          </p:nvPr>
        </p:nvSpPr>
        <p:spPr>
          <a:xfrm>
            <a:off x="5041325" y="3386700"/>
            <a:ext cx="2556900" cy="3549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_1">
    <p:spTree>
      <p:nvGrpSpPr>
        <p:cNvPr id="2150" name="Shape 2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1" name="Google Shape;2151;p208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52" name="Google Shape;2152;p208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2153" name="Google Shape;2153;p208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54" name="Google Shape;2154;p208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2155" name="Google Shape;2155;p208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2156" name="Google Shape;2156;p208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None/>
              <a:defRPr>
                <a:solidFill>
                  <a:schemeClr val="dk2"/>
                </a:solidFill>
              </a:defRPr>
            </a:lvl1pPr>
            <a:lvl2pPr lvl="1" algn="ctr">
              <a:buNone/>
              <a:defRPr>
                <a:solidFill>
                  <a:schemeClr val="dk2"/>
                </a:solidFill>
              </a:defRPr>
            </a:lvl2pPr>
            <a:lvl3pPr lvl="2" algn="ctr">
              <a:buNone/>
              <a:defRPr>
                <a:solidFill>
                  <a:schemeClr val="dk2"/>
                </a:solidFill>
              </a:defRPr>
            </a:lvl3pPr>
            <a:lvl4pPr lvl="3" algn="ctr">
              <a:buNone/>
              <a:defRPr>
                <a:solidFill>
                  <a:schemeClr val="dk2"/>
                </a:solidFill>
              </a:defRPr>
            </a:lvl4pPr>
            <a:lvl5pPr lvl="4" algn="ctr">
              <a:buNone/>
              <a:defRPr>
                <a:solidFill>
                  <a:schemeClr val="dk2"/>
                </a:solidFill>
              </a:defRPr>
            </a:lvl5pPr>
            <a:lvl6pPr lvl="5" algn="ctr">
              <a:buNone/>
              <a:defRPr>
                <a:solidFill>
                  <a:schemeClr val="dk2"/>
                </a:solidFill>
              </a:defRPr>
            </a:lvl6pPr>
            <a:lvl7pPr lvl="6" algn="ctr">
              <a:buNone/>
              <a:defRPr>
                <a:solidFill>
                  <a:schemeClr val="dk2"/>
                </a:solidFill>
              </a:defRPr>
            </a:lvl7pPr>
            <a:lvl8pPr lvl="7" algn="ctr">
              <a:buNone/>
              <a:defRPr>
                <a:solidFill>
                  <a:schemeClr val="dk2"/>
                </a:solidFill>
              </a:defRPr>
            </a:lvl8pPr>
            <a:lvl9pPr lvl="8" algn="ctr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2157" name="Google Shape;2157;p208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2158" name="Google Shape;2158;p20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159" name="Google Shape;2159;p208"/>
          <p:cNvSpPr txBox="1"/>
          <p:nvPr>
            <p:ph idx="1" type="subTitle"/>
          </p:nvPr>
        </p:nvSpPr>
        <p:spPr>
          <a:xfrm>
            <a:off x="903950" y="2149201"/>
            <a:ext cx="21912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160" name="Google Shape;2160;p208"/>
          <p:cNvSpPr txBox="1"/>
          <p:nvPr>
            <p:ph idx="2" type="subTitle"/>
          </p:nvPr>
        </p:nvSpPr>
        <p:spPr>
          <a:xfrm>
            <a:off x="3478550" y="2149201"/>
            <a:ext cx="21825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161" name="Google Shape;2161;p208"/>
          <p:cNvSpPr txBox="1"/>
          <p:nvPr>
            <p:ph idx="3" type="subTitle"/>
          </p:nvPr>
        </p:nvSpPr>
        <p:spPr>
          <a:xfrm>
            <a:off x="903950" y="3579425"/>
            <a:ext cx="21912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162" name="Google Shape;2162;p208"/>
          <p:cNvSpPr txBox="1"/>
          <p:nvPr>
            <p:ph idx="4" type="subTitle"/>
          </p:nvPr>
        </p:nvSpPr>
        <p:spPr>
          <a:xfrm>
            <a:off x="3478550" y="3579425"/>
            <a:ext cx="21825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163" name="Google Shape;2163;p208"/>
          <p:cNvSpPr txBox="1"/>
          <p:nvPr>
            <p:ph idx="5" type="subTitle"/>
          </p:nvPr>
        </p:nvSpPr>
        <p:spPr>
          <a:xfrm>
            <a:off x="6048850" y="2149201"/>
            <a:ext cx="21999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164" name="Google Shape;2164;p208"/>
          <p:cNvSpPr txBox="1"/>
          <p:nvPr>
            <p:ph idx="6" type="subTitle"/>
          </p:nvPr>
        </p:nvSpPr>
        <p:spPr>
          <a:xfrm>
            <a:off x="6048850" y="3579425"/>
            <a:ext cx="21999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165" name="Google Shape;2165;p208"/>
          <p:cNvSpPr txBox="1"/>
          <p:nvPr>
            <p:ph idx="7" type="subTitle"/>
          </p:nvPr>
        </p:nvSpPr>
        <p:spPr>
          <a:xfrm>
            <a:off x="908250" y="1656600"/>
            <a:ext cx="2182500" cy="4425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166" name="Google Shape;2166;p208"/>
          <p:cNvSpPr txBox="1"/>
          <p:nvPr>
            <p:ph idx="8" type="subTitle"/>
          </p:nvPr>
        </p:nvSpPr>
        <p:spPr>
          <a:xfrm>
            <a:off x="3482836" y="1656600"/>
            <a:ext cx="2173800" cy="4425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167" name="Google Shape;2167;p208"/>
          <p:cNvSpPr txBox="1"/>
          <p:nvPr>
            <p:ph idx="9" type="subTitle"/>
          </p:nvPr>
        </p:nvSpPr>
        <p:spPr>
          <a:xfrm>
            <a:off x="6053173" y="1656600"/>
            <a:ext cx="2191200" cy="4425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168" name="Google Shape;2168;p208"/>
          <p:cNvSpPr txBox="1"/>
          <p:nvPr>
            <p:ph idx="13" type="subTitle"/>
          </p:nvPr>
        </p:nvSpPr>
        <p:spPr>
          <a:xfrm>
            <a:off x="908250" y="3086800"/>
            <a:ext cx="2182500" cy="4425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169" name="Google Shape;2169;p208"/>
          <p:cNvSpPr txBox="1"/>
          <p:nvPr>
            <p:ph idx="14" type="subTitle"/>
          </p:nvPr>
        </p:nvSpPr>
        <p:spPr>
          <a:xfrm>
            <a:off x="3482836" y="3086800"/>
            <a:ext cx="2173800" cy="4425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170" name="Google Shape;2170;p208"/>
          <p:cNvSpPr txBox="1"/>
          <p:nvPr>
            <p:ph idx="15" type="subTitle"/>
          </p:nvPr>
        </p:nvSpPr>
        <p:spPr>
          <a:xfrm>
            <a:off x="6053173" y="3086800"/>
            <a:ext cx="2191200" cy="4425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_1">
    <p:spTree>
      <p:nvGrpSpPr>
        <p:cNvPr id="2171" name="Shape 2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2" name="Google Shape;2172;p209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73" name="Google Shape;2173;p209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2174" name="Google Shape;2174;p209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75" name="Google Shape;2175;p209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2176" name="Google Shape;2176;p209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2177" name="Google Shape;2177;p209"/>
          <p:cNvSpPr txBox="1"/>
          <p:nvPr>
            <p:ph idx="1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None/>
              <a:defRPr>
                <a:solidFill>
                  <a:schemeClr val="dk2"/>
                </a:solidFill>
              </a:defRPr>
            </a:lvl1pPr>
            <a:lvl2pPr lvl="1" algn="ctr">
              <a:buNone/>
              <a:defRPr>
                <a:solidFill>
                  <a:schemeClr val="dk2"/>
                </a:solidFill>
              </a:defRPr>
            </a:lvl2pPr>
            <a:lvl3pPr lvl="2" algn="ctr">
              <a:buNone/>
              <a:defRPr>
                <a:solidFill>
                  <a:schemeClr val="dk2"/>
                </a:solidFill>
              </a:defRPr>
            </a:lvl3pPr>
            <a:lvl4pPr lvl="3" algn="ctr">
              <a:buNone/>
              <a:defRPr>
                <a:solidFill>
                  <a:schemeClr val="dk2"/>
                </a:solidFill>
              </a:defRPr>
            </a:lvl4pPr>
            <a:lvl5pPr lvl="4" algn="ctr">
              <a:buNone/>
              <a:defRPr>
                <a:solidFill>
                  <a:schemeClr val="dk2"/>
                </a:solidFill>
              </a:defRPr>
            </a:lvl5pPr>
            <a:lvl6pPr lvl="5" algn="ctr">
              <a:buNone/>
              <a:defRPr>
                <a:solidFill>
                  <a:schemeClr val="dk2"/>
                </a:solidFill>
              </a:defRPr>
            </a:lvl6pPr>
            <a:lvl7pPr lvl="6" algn="ctr">
              <a:buNone/>
              <a:defRPr>
                <a:solidFill>
                  <a:schemeClr val="dk2"/>
                </a:solidFill>
              </a:defRPr>
            </a:lvl7pPr>
            <a:lvl8pPr lvl="7" algn="ctr">
              <a:buNone/>
              <a:defRPr>
                <a:solidFill>
                  <a:schemeClr val="dk2"/>
                </a:solidFill>
              </a:defRPr>
            </a:lvl8pPr>
            <a:lvl9pPr lvl="8" algn="ctr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2178" name="Google Shape;2178;p209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2179" name="Google Shape;2179;p209"/>
          <p:cNvSpPr txBox="1"/>
          <p:nvPr>
            <p:ph hasCustomPrompt="1" type="title"/>
          </p:nvPr>
        </p:nvSpPr>
        <p:spPr>
          <a:xfrm>
            <a:off x="2223600" y="552112"/>
            <a:ext cx="4696800" cy="768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180" name="Google Shape;2180;p209"/>
          <p:cNvSpPr txBox="1"/>
          <p:nvPr>
            <p:ph idx="1" type="subTitle"/>
          </p:nvPr>
        </p:nvSpPr>
        <p:spPr>
          <a:xfrm>
            <a:off x="2223600" y="1364275"/>
            <a:ext cx="4696800" cy="4287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2181" name="Google Shape;2181;p209"/>
          <p:cNvSpPr txBox="1"/>
          <p:nvPr>
            <p:ph hasCustomPrompt="1" idx="2" type="title"/>
          </p:nvPr>
        </p:nvSpPr>
        <p:spPr>
          <a:xfrm>
            <a:off x="2223600" y="1904368"/>
            <a:ext cx="4696800" cy="768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182" name="Google Shape;2182;p209"/>
          <p:cNvSpPr txBox="1"/>
          <p:nvPr>
            <p:ph idx="3" type="subTitle"/>
          </p:nvPr>
        </p:nvSpPr>
        <p:spPr>
          <a:xfrm>
            <a:off x="2223600" y="2716527"/>
            <a:ext cx="4696800" cy="4467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2183" name="Google Shape;2183;p209"/>
          <p:cNvSpPr txBox="1"/>
          <p:nvPr>
            <p:ph hasCustomPrompt="1" idx="4" type="title"/>
          </p:nvPr>
        </p:nvSpPr>
        <p:spPr>
          <a:xfrm>
            <a:off x="2223600" y="3256624"/>
            <a:ext cx="4696800" cy="768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184" name="Google Shape;2184;p209"/>
          <p:cNvSpPr txBox="1"/>
          <p:nvPr>
            <p:ph idx="5" type="subTitle"/>
          </p:nvPr>
        </p:nvSpPr>
        <p:spPr>
          <a:xfrm>
            <a:off x="2223600" y="4068797"/>
            <a:ext cx="4696800" cy="446700"/>
          </a:xfrm>
          <a:prstGeom prst="rect">
            <a:avLst/>
          </a:prstGeom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2185" name="Shape 2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6" name="Google Shape;2186;p210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7" name="Google Shape;2187;p210"/>
          <p:cNvSpPr txBox="1"/>
          <p:nvPr>
            <p:ph type="title"/>
          </p:nvPr>
        </p:nvSpPr>
        <p:spPr>
          <a:xfrm>
            <a:off x="2347938" y="540000"/>
            <a:ext cx="44481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75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188" name="Google Shape;2188;p210"/>
          <p:cNvSpPr txBox="1"/>
          <p:nvPr>
            <p:ph idx="1" type="subTitle"/>
          </p:nvPr>
        </p:nvSpPr>
        <p:spPr>
          <a:xfrm>
            <a:off x="2347900" y="1717825"/>
            <a:ext cx="4448100" cy="12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189" name="Google Shape;2189;p210"/>
          <p:cNvSpPr txBox="1"/>
          <p:nvPr/>
        </p:nvSpPr>
        <p:spPr>
          <a:xfrm>
            <a:off x="2099100" y="3611950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CREDITS: This presentation template was created by </a:t>
            </a:r>
            <a:r>
              <a:rPr b="1" lang="en-GB" sz="1200" u="sng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b="1" lang="en-GB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,</a:t>
            </a:r>
            <a:r>
              <a:rPr lang="en-GB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and includes icons by</a:t>
            </a:r>
            <a:r>
              <a:rPr b="1" lang="en-GB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b="1" lang="en-GB" sz="1200" u="sng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1" lang="en-GB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,</a:t>
            </a:r>
            <a:r>
              <a:rPr lang="en-GB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and infographics &amp; images by </a:t>
            </a:r>
            <a:r>
              <a:rPr b="1" lang="en-GB" sz="1200" u="sng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b="1" lang="en-GB" sz="1200" u="sng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endParaRPr b="1" sz="1200" u="sng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cxnSp>
        <p:nvCxnSpPr>
          <p:cNvPr id="2190" name="Google Shape;2190;p210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2191" name="Google Shape;2191;p210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92" name="Google Shape;2192;p210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2193" name="Google Shape;2193;p210"/>
          <p:cNvCxnSpPr/>
          <p:nvPr/>
        </p:nvCxnSpPr>
        <p:spPr>
          <a:xfrm flipH="1" rot="10800000">
            <a:off x="347659" y="4749851"/>
            <a:ext cx="8448600" cy="33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oval"/>
          </a:ln>
        </p:spPr>
      </p:cxnSp>
    </p:spTree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7">
    <p:spTree>
      <p:nvGrpSpPr>
        <p:cNvPr id="2194" name="Shape 2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5" name="Google Shape;2195;p211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6" name="Google Shape;2196;p21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2197" name="Google Shape;2197;p211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2198" name="Google Shape;2198;p211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99" name="Google Shape;2199;p211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2200" name="Google Shape;2200;p211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2201" name="Google Shape;2201;p211"/>
          <p:cNvSpPr txBox="1"/>
          <p:nvPr>
            <p:ph idx="2" type="sldNum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None/>
              <a:defRPr>
                <a:solidFill>
                  <a:schemeClr val="lt1"/>
                </a:solidFill>
              </a:defRPr>
            </a:lvl1pPr>
            <a:lvl2pPr lvl="1" algn="ctr">
              <a:buNone/>
              <a:defRPr>
                <a:solidFill>
                  <a:schemeClr val="lt1"/>
                </a:solidFill>
              </a:defRPr>
            </a:lvl2pPr>
            <a:lvl3pPr lvl="2" algn="ctr">
              <a:buNone/>
              <a:defRPr>
                <a:solidFill>
                  <a:schemeClr val="lt1"/>
                </a:solidFill>
              </a:defRPr>
            </a:lvl3pPr>
            <a:lvl4pPr lvl="3" algn="ctr">
              <a:buNone/>
              <a:defRPr>
                <a:solidFill>
                  <a:schemeClr val="lt1"/>
                </a:solidFill>
              </a:defRPr>
            </a:lvl4pPr>
            <a:lvl5pPr lvl="4" algn="ctr">
              <a:buNone/>
              <a:defRPr>
                <a:solidFill>
                  <a:schemeClr val="lt1"/>
                </a:solidFill>
              </a:defRPr>
            </a:lvl5pPr>
            <a:lvl6pPr lvl="5" algn="ctr">
              <a:buNone/>
              <a:defRPr>
                <a:solidFill>
                  <a:schemeClr val="lt1"/>
                </a:solidFill>
              </a:defRPr>
            </a:lvl6pPr>
            <a:lvl7pPr lvl="6" algn="ctr">
              <a:buNone/>
              <a:defRPr>
                <a:solidFill>
                  <a:schemeClr val="lt1"/>
                </a:solidFill>
              </a:defRPr>
            </a:lvl7pPr>
            <a:lvl8pPr lvl="7" algn="ctr">
              <a:buNone/>
              <a:defRPr>
                <a:solidFill>
                  <a:schemeClr val="lt1"/>
                </a:solidFill>
              </a:defRPr>
            </a:lvl8pPr>
            <a:lvl9pPr lvl="8" algn="ctr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2202" name="Google Shape;2202;p211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</p:spTree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8">
    <p:spTree>
      <p:nvGrpSpPr>
        <p:cNvPr id="2203" name="Shape 2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4" name="Google Shape;2204;p21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205" name="Google Shape;2205;p212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206" name="Google Shape;2206;p212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2207" name="Google Shape;2207;p212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fmla="val 1572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208" name="Google Shape;2208;p212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2209" name="Google Shape;2209;p212"/>
          <p:cNvCxnSpPr/>
          <p:nvPr/>
        </p:nvCxnSpPr>
        <p:spPr>
          <a:xfrm flipH="1" rot="10800000">
            <a:off x="347659" y="4749851"/>
            <a:ext cx="8448600" cy="33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oval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5" Type="http://schemas.openxmlformats.org/officeDocument/2006/relationships/theme" Target="../theme/theme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_rels/slideMaster3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55.xml"/><Relationship Id="rId22" Type="http://schemas.openxmlformats.org/officeDocument/2006/relationships/slideLayout" Target="../slideLayouts/slideLayout57.xml"/><Relationship Id="rId21" Type="http://schemas.openxmlformats.org/officeDocument/2006/relationships/slideLayout" Target="../slideLayouts/slideLayout56.xml"/><Relationship Id="rId24" Type="http://schemas.openxmlformats.org/officeDocument/2006/relationships/slideLayout" Target="../slideLayouts/slideLayout59.xml"/><Relationship Id="rId23" Type="http://schemas.openxmlformats.org/officeDocument/2006/relationships/slideLayout" Target="../slideLayouts/slideLayout58.xml"/><Relationship Id="rId1" Type="http://schemas.openxmlformats.org/officeDocument/2006/relationships/slideLayout" Target="../slideLayouts/slideLayout36.xml"/><Relationship Id="rId2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Relationship Id="rId25" Type="http://schemas.openxmlformats.org/officeDocument/2006/relationships/theme" Target="../theme/theme6.xml"/><Relationship Id="rId5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6.xml"/><Relationship Id="rId10" Type="http://schemas.openxmlformats.org/officeDocument/2006/relationships/slideLayout" Target="../slideLayouts/slideLayout45.xml"/><Relationship Id="rId13" Type="http://schemas.openxmlformats.org/officeDocument/2006/relationships/slideLayout" Target="../slideLayouts/slideLayout48.xml"/><Relationship Id="rId12" Type="http://schemas.openxmlformats.org/officeDocument/2006/relationships/slideLayout" Target="../slideLayouts/slideLayout47.xml"/><Relationship Id="rId15" Type="http://schemas.openxmlformats.org/officeDocument/2006/relationships/slideLayout" Target="../slideLayouts/slideLayout50.xml"/><Relationship Id="rId14" Type="http://schemas.openxmlformats.org/officeDocument/2006/relationships/slideLayout" Target="../slideLayouts/slideLayout49.xml"/><Relationship Id="rId17" Type="http://schemas.openxmlformats.org/officeDocument/2006/relationships/slideLayout" Target="../slideLayouts/slideLayout52.xml"/><Relationship Id="rId16" Type="http://schemas.openxmlformats.org/officeDocument/2006/relationships/slideLayout" Target="../slideLayouts/slideLayout51.xml"/><Relationship Id="rId19" Type="http://schemas.openxmlformats.org/officeDocument/2006/relationships/slideLayout" Target="../slideLayouts/slideLayout54.xml"/><Relationship Id="rId18" Type="http://schemas.openxmlformats.org/officeDocument/2006/relationships/slideLayout" Target="../slideLayouts/slideLayout53.xml"/></Relationships>
</file>

<file path=ppt/slideMasters/_rels/slideMaster4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79.xml"/><Relationship Id="rId22" Type="http://schemas.openxmlformats.org/officeDocument/2006/relationships/slideLayout" Target="../slideLayouts/slideLayout81.xml"/><Relationship Id="rId21" Type="http://schemas.openxmlformats.org/officeDocument/2006/relationships/slideLayout" Target="../slideLayouts/slideLayout80.xml"/><Relationship Id="rId24" Type="http://schemas.openxmlformats.org/officeDocument/2006/relationships/slideLayout" Target="../slideLayouts/slideLayout83.xml"/><Relationship Id="rId23" Type="http://schemas.openxmlformats.org/officeDocument/2006/relationships/slideLayout" Target="../slideLayouts/slideLayout82.xml"/><Relationship Id="rId1" Type="http://schemas.openxmlformats.org/officeDocument/2006/relationships/slideLayout" Target="../slideLayouts/slideLayout60.xml"/><Relationship Id="rId2" Type="http://schemas.openxmlformats.org/officeDocument/2006/relationships/slideLayout" Target="../slideLayouts/slideLayout61.xml"/><Relationship Id="rId3" Type="http://schemas.openxmlformats.org/officeDocument/2006/relationships/slideLayout" Target="../slideLayouts/slideLayout62.xml"/><Relationship Id="rId4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8.xml"/><Relationship Id="rId25" Type="http://schemas.openxmlformats.org/officeDocument/2006/relationships/theme" Target="../theme/theme8.xml"/><Relationship Id="rId5" Type="http://schemas.openxmlformats.org/officeDocument/2006/relationships/slideLayout" Target="../slideLayouts/slideLayout64.xml"/><Relationship Id="rId6" Type="http://schemas.openxmlformats.org/officeDocument/2006/relationships/slideLayout" Target="../slideLayouts/slideLayout65.xml"/><Relationship Id="rId7" Type="http://schemas.openxmlformats.org/officeDocument/2006/relationships/slideLayout" Target="../slideLayouts/slideLayout66.xml"/><Relationship Id="rId8" Type="http://schemas.openxmlformats.org/officeDocument/2006/relationships/slideLayout" Target="../slideLayouts/slideLayout67.xml"/><Relationship Id="rId11" Type="http://schemas.openxmlformats.org/officeDocument/2006/relationships/slideLayout" Target="../slideLayouts/slideLayout70.xml"/><Relationship Id="rId10" Type="http://schemas.openxmlformats.org/officeDocument/2006/relationships/slideLayout" Target="../slideLayouts/slideLayout69.xml"/><Relationship Id="rId13" Type="http://schemas.openxmlformats.org/officeDocument/2006/relationships/slideLayout" Target="../slideLayouts/slideLayout72.xml"/><Relationship Id="rId12" Type="http://schemas.openxmlformats.org/officeDocument/2006/relationships/slideLayout" Target="../slideLayouts/slideLayout71.xml"/><Relationship Id="rId15" Type="http://schemas.openxmlformats.org/officeDocument/2006/relationships/slideLayout" Target="../slideLayouts/slideLayout74.xml"/><Relationship Id="rId14" Type="http://schemas.openxmlformats.org/officeDocument/2006/relationships/slideLayout" Target="../slideLayouts/slideLayout73.xml"/><Relationship Id="rId17" Type="http://schemas.openxmlformats.org/officeDocument/2006/relationships/slideLayout" Target="../slideLayouts/slideLayout76.xml"/><Relationship Id="rId16" Type="http://schemas.openxmlformats.org/officeDocument/2006/relationships/slideLayout" Target="../slideLayouts/slideLayout75.xml"/><Relationship Id="rId19" Type="http://schemas.openxmlformats.org/officeDocument/2006/relationships/slideLayout" Target="../slideLayouts/slideLayout78.xml"/><Relationship Id="rId18" Type="http://schemas.openxmlformats.org/officeDocument/2006/relationships/slideLayout" Target="../slideLayouts/slideLayout77.xml"/></Relationships>
</file>

<file path=ppt/slideMasters/_rels/slideMaster5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03.xml"/><Relationship Id="rId22" Type="http://schemas.openxmlformats.org/officeDocument/2006/relationships/slideLayout" Target="../slideLayouts/slideLayout105.xml"/><Relationship Id="rId21" Type="http://schemas.openxmlformats.org/officeDocument/2006/relationships/slideLayout" Target="../slideLayouts/slideLayout104.xml"/><Relationship Id="rId24" Type="http://schemas.openxmlformats.org/officeDocument/2006/relationships/slideLayout" Target="../slideLayouts/slideLayout107.xml"/><Relationship Id="rId23" Type="http://schemas.openxmlformats.org/officeDocument/2006/relationships/slideLayout" Target="../slideLayouts/slideLayout106.xml"/><Relationship Id="rId1" Type="http://schemas.openxmlformats.org/officeDocument/2006/relationships/slideLayout" Target="../slideLayouts/slideLayout84.xml"/><Relationship Id="rId2" Type="http://schemas.openxmlformats.org/officeDocument/2006/relationships/slideLayout" Target="../slideLayouts/slideLayout85.xml"/><Relationship Id="rId3" Type="http://schemas.openxmlformats.org/officeDocument/2006/relationships/slideLayout" Target="../slideLayouts/slideLayout86.xml"/><Relationship Id="rId4" Type="http://schemas.openxmlformats.org/officeDocument/2006/relationships/slideLayout" Target="../slideLayouts/slideLayout87.xml"/><Relationship Id="rId9" Type="http://schemas.openxmlformats.org/officeDocument/2006/relationships/slideLayout" Target="../slideLayouts/slideLayout92.xml"/><Relationship Id="rId25" Type="http://schemas.openxmlformats.org/officeDocument/2006/relationships/theme" Target="../theme/theme3.xml"/><Relationship Id="rId5" Type="http://schemas.openxmlformats.org/officeDocument/2006/relationships/slideLayout" Target="../slideLayouts/slideLayout88.xml"/><Relationship Id="rId6" Type="http://schemas.openxmlformats.org/officeDocument/2006/relationships/slideLayout" Target="../slideLayouts/slideLayout89.xml"/><Relationship Id="rId7" Type="http://schemas.openxmlformats.org/officeDocument/2006/relationships/slideLayout" Target="../slideLayouts/slideLayout90.xml"/><Relationship Id="rId8" Type="http://schemas.openxmlformats.org/officeDocument/2006/relationships/slideLayout" Target="../slideLayouts/slideLayout91.xml"/><Relationship Id="rId11" Type="http://schemas.openxmlformats.org/officeDocument/2006/relationships/slideLayout" Target="../slideLayouts/slideLayout94.xml"/><Relationship Id="rId10" Type="http://schemas.openxmlformats.org/officeDocument/2006/relationships/slideLayout" Target="../slideLayouts/slideLayout93.xml"/><Relationship Id="rId13" Type="http://schemas.openxmlformats.org/officeDocument/2006/relationships/slideLayout" Target="../slideLayouts/slideLayout96.xml"/><Relationship Id="rId12" Type="http://schemas.openxmlformats.org/officeDocument/2006/relationships/slideLayout" Target="../slideLayouts/slideLayout95.xml"/><Relationship Id="rId15" Type="http://schemas.openxmlformats.org/officeDocument/2006/relationships/slideLayout" Target="../slideLayouts/slideLayout98.xml"/><Relationship Id="rId14" Type="http://schemas.openxmlformats.org/officeDocument/2006/relationships/slideLayout" Target="../slideLayouts/slideLayout97.xml"/><Relationship Id="rId17" Type="http://schemas.openxmlformats.org/officeDocument/2006/relationships/slideLayout" Target="../slideLayouts/slideLayout100.xml"/><Relationship Id="rId16" Type="http://schemas.openxmlformats.org/officeDocument/2006/relationships/slideLayout" Target="../slideLayouts/slideLayout99.xml"/><Relationship Id="rId19" Type="http://schemas.openxmlformats.org/officeDocument/2006/relationships/slideLayout" Target="../slideLayouts/slideLayout102.xml"/><Relationship Id="rId18" Type="http://schemas.openxmlformats.org/officeDocument/2006/relationships/slideLayout" Target="../slideLayouts/slideLayout101.xml"/></Relationships>
</file>

<file path=ppt/slideMasters/_rels/slideMaster6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27.xml"/><Relationship Id="rId22" Type="http://schemas.openxmlformats.org/officeDocument/2006/relationships/slideLayout" Target="../slideLayouts/slideLayout129.xml"/><Relationship Id="rId21" Type="http://schemas.openxmlformats.org/officeDocument/2006/relationships/slideLayout" Target="../slideLayouts/slideLayout128.xml"/><Relationship Id="rId24" Type="http://schemas.openxmlformats.org/officeDocument/2006/relationships/slideLayout" Target="../slideLayouts/slideLayout131.xml"/><Relationship Id="rId23" Type="http://schemas.openxmlformats.org/officeDocument/2006/relationships/slideLayout" Target="../slideLayouts/slideLayout130.xml"/><Relationship Id="rId1" Type="http://schemas.openxmlformats.org/officeDocument/2006/relationships/slideLayout" Target="../slideLayouts/slideLayout108.xml"/><Relationship Id="rId2" Type="http://schemas.openxmlformats.org/officeDocument/2006/relationships/slideLayout" Target="../slideLayouts/slideLayout109.xml"/><Relationship Id="rId3" Type="http://schemas.openxmlformats.org/officeDocument/2006/relationships/slideLayout" Target="../slideLayouts/slideLayout110.xml"/><Relationship Id="rId4" Type="http://schemas.openxmlformats.org/officeDocument/2006/relationships/slideLayout" Target="../slideLayouts/slideLayout111.xml"/><Relationship Id="rId9" Type="http://schemas.openxmlformats.org/officeDocument/2006/relationships/slideLayout" Target="../slideLayouts/slideLayout116.xml"/><Relationship Id="rId25" Type="http://schemas.openxmlformats.org/officeDocument/2006/relationships/theme" Target="../theme/theme4.xml"/><Relationship Id="rId5" Type="http://schemas.openxmlformats.org/officeDocument/2006/relationships/slideLayout" Target="../slideLayouts/slideLayout112.xml"/><Relationship Id="rId6" Type="http://schemas.openxmlformats.org/officeDocument/2006/relationships/slideLayout" Target="../slideLayouts/slideLayout113.xml"/><Relationship Id="rId7" Type="http://schemas.openxmlformats.org/officeDocument/2006/relationships/slideLayout" Target="../slideLayouts/slideLayout114.xml"/><Relationship Id="rId8" Type="http://schemas.openxmlformats.org/officeDocument/2006/relationships/slideLayout" Target="../slideLayouts/slideLayout115.xml"/><Relationship Id="rId11" Type="http://schemas.openxmlformats.org/officeDocument/2006/relationships/slideLayout" Target="../slideLayouts/slideLayout118.xml"/><Relationship Id="rId10" Type="http://schemas.openxmlformats.org/officeDocument/2006/relationships/slideLayout" Target="../slideLayouts/slideLayout117.xml"/><Relationship Id="rId13" Type="http://schemas.openxmlformats.org/officeDocument/2006/relationships/slideLayout" Target="../slideLayouts/slideLayout120.xml"/><Relationship Id="rId12" Type="http://schemas.openxmlformats.org/officeDocument/2006/relationships/slideLayout" Target="../slideLayouts/slideLayout119.xml"/><Relationship Id="rId15" Type="http://schemas.openxmlformats.org/officeDocument/2006/relationships/slideLayout" Target="../slideLayouts/slideLayout122.xml"/><Relationship Id="rId14" Type="http://schemas.openxmlformats.org/officeDocument/2006/relationships/slideLayout" Target="../slideLayouts/slideLayout121.xml"/><Relationship Id="rId17" Type="http://schemas.openxmlformats.org/officeDocument/2006/relationships/slideLayout" Target="../slideLayouts/slideLayout124.xml"/><Relationship Id="rId16" Type="http://schemas.openxmlformats.org/officeDocument/2006/relationships/slideLayout" Target="../slideLayouts/slideLayout123.xml"/><Relationship Id="rId19" Type="http://schemas.openxmlformats.org/officeDocument/2006/relationships/slideLayout" Target="../slideLayouts/slideLayout126.xml"/><Relationship Id="rId18" Type="http://schemas.openxmlformats.org/officeDocument/2006/relationships/slideLayout" Target="../slideLayouts/slideLayout125.xml"/></Relationships>
</file>

<file path=ppt/slideMasters/_rels/slideMaster7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51.xml"/><Relationship Id="rId22" Type="http://schemas.openxmlformats.org/officeDocument/2006/relationships/slideLayout" Target="../slideLayouts/slideLayout153.xml"/><Relationship Id="rId21" Type="http://schemas.openxmlformats.org/officeDocument/2006/relationships/slideLayout" Target="../slideLayouts/slideLayout152.xml"/><Relationship Id="rId24" Type="http://schemas.openxmlformats.org/officeDocument/2006/relationships/slideLayout" Target="../slideLayouts/slideLayout155.xml"/><Relationship Id="rId23" Type="http://schemas.openxmlformats.org/officeDocument/2006/relationships/slideLayout" Target="../slideLayouts/slideLayout154.xml"/><Relationship Id="rId1" Type="http://schemas.openxmlformats.org/officeDocument/2006/relationships/slideLayout" Target="../slideLayouts/slideLayout132.xml"/><Relationship Id="rId2" Type="http://schemas.openxmlformats.org/officeDocument/2006/relationships/slideLayout" Target="../slideLayouts/slideLayout133.xml"/><Relationship Id="rId3" Type="http://schemas.openxmlformats.org/officeDocument/2006/relationships/slideLayout" Target="../slideLayouts/slideLayout134.xml"/><Relationship Id="rId4" Type="http://schemas.openxmlformats.org/officeDocument/2006/relationships/slideLayout" Target="../slideLayouts/slideLayout135.xml"/><Relationship Id="rId9" Type="http://schemas.openxmlformats.org/officeDocument/2006/relationships/slideLayout" Target="../slideLayouts/slideLayout140.xml"/><Relationship Id="rId25" Type="http://schemas.openxmlformats.org/officeDocument/2006/relationships/theme" Target="../theme/theme2.xml"/><Relationship Id="rId5" Type="http://schemas.openxmlformats.org/officeDocument/2006/relationships/slideLayout" Target="../slideLayouts/slideLayout136.xml"/><Relationship Id="rId6" Type="http://schemas.openxmlformats.org/officeDocument/2006/relationships/slideLayout" Target="../slideLayouts/slideLayout137.xml"/><Relationship Id="rId7" Type="http://schemas.openxmlformats.org/officeDocument/2006/relationships/slideLayout" Target="../slideLayouts/slideLayout138.xml"/><Relationship Id="rId8" Type="http://schemas.openxmlformats.org/officeDocument/2006/relationships/slideLayout" Target="../slideLayouts/slideLayout139.xml"/><Relationship Id="rId11" Type="http://schemas.openxmlformats.org/officeDocument/2006/relationships/slideLayout" Target="../slideLayouts/slideLayout142.xml"/><Relationship Id="rId10" Type="http://schemas.openxmlformats.org/officeDocument/2006/relationships/slideLayout" Target="../slideLayouts/slideLayout141.xml"/><Relationship Id="rId13" Type="http://schemas.openxmlformats.org/officeDocument/2006/relationships/slideLayout" Target="../slideLayouts/slideLayout144.xml"/><Relationship Id="rId12" Type="http://schemas.openxmlformats.org/officeDocument/2006/relationships/slideLayout" Target="../slideLayouts/slideLayout143.xml"/><Relationship Id="rId15" Type="http://schemas.openxmlformats.org/officeDocument/2006/relationships/slideLayout" Target="../slideLayouts/slideLayout146.xml"/><Relationship Id="rId14" Type="http://schemas.openxmlformats.org/officeDocument/2006/relationships/slideLayout" Target="../slideLayouts/slideLayout145.xml"/><Relationship Id="rId17" Type="http://schemas.openxmlformats.org/officeDocument/2006/relationships/slideLayout" Target="../slideLayouts/slideLayout148.xml"/><Relationship Id="rId16" Type="http://schemas.openxmlformats.org/officeDocument/2006/relationships/slideLayout" Target="../slideLayouts/slideLayout147.xml"/><Relationship Id="rId19" Type="http://schemas.openxmlformats.org/officeDocument/2006/relationships/slideLayout" Target="../slideLayouts/slideLayout150.xml"/><Relationship Id="rId18" Type="http://schemas.openxmlformats.org/officeDocument/2006/relationships/slideLayout" Target="../slideLayouts/slideLayout149.xml"/></Relationships>
</file>

<file path=ppt/slideMasters/_rels/slideMaster8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75.xml"/><Relationship Id="rId22" Type="http://schemas.openxmlformats.org/officeDocument/2006/relationships/slideLayout" Target="../slideLayouts/slideLayout177.xml"/><Relationship Id="rId21" Type="http://schemas.openxmlformats.org/officeDocument/2006/relationships/slideLayout" Target="../slideLayouts/slideLayout176.xml"/><Relationship Id="rId24" Type="http://schemas.openxmlformats.org/officeDocument/2006/relationships/slideLayout" Target="../slideLayouts/slideLayout179.xml"/><Relationship Id="rId23" Type="http://schemas.openxmlformats.org/officeDocument/2006/relationships/slideLayout" Target="../slideLayouts/slideLayout178.xml"/><Relationship Id="rId1" Type="http://schemas.openxmlformats.org/officeDocument/2006/relationships/slideLayout" Target="../slideLayouts/slideLayout156.xml"/><Relationship Id="rId2" Type="http://schemas.openxmlformats.org/officeDocument/2006/relationships/slideLayout" Target="../slideLayouts/slideLayout157.xml"/><Relationship Id="rId3" Type="http://schemas.openxmlformats.org/officeDocument/2006/relationships/slideLayout" Target="../slideLayouts/slideLayout158.xml"/><Relationship Id="rId4" Type="http://schemas.openxmlformats.org/officeDocument/2006/relationships/slideLayout" Target="../slideLayouts/slideLayout159.xml"/><Relationship Id="rId9" Type="http://schemas.openxmlformats.org/officeDocument/2006/relationships/slideLayout" Target="../slideLayouts/slideLayout164.xml"/><Relationship Id="rId25" Type="http://schemas.openxmlformats.org/officeDocument/2006/relationships/theme" Target="../theme/theme7.xml"/><Relationship Id="rId5" Type="http://schemas.openxmlformats.org/officeDocument/2006/relationships/slideLayout" Target="../slideLayouts/slideLayout160.xml"/><Relationship Id="rId6" Type="http://schemas.openxmlformats.org/officeDocument/2006/relationships/slideLayout" Target="../slideLayouts/slideLayout161.xml"/><Relationship Id="rId7" Type="http://schemas.openxmlformats.org/officeDocument/2006/relationships/slideLayout" Target="../slideLayouts/slideLayout162.xml"/><Relationship Id="rId8" Type="http://schemas.openxmlformats.org/officeDocument/2006/relationships/slideLayout" Target="../slideLayouts/slideLayout163.xml"/><Relationship Id="rId11" Type="http://schemas.openxmlformats.org/officeDocument/2006/relationships/slideLayout" Target="../slideLayouts/slideLayout166.xml"/><Relationship Id="rId10" Type="http://schemas.openxmlformats.org/officeDocument/2006/relationships/slideLayout" Target="../slideLayouts/slideLayout165.xml"/><Relationship Id="rId13" Type="http://schemas.openxmlformats.org/officeDocument/2006/relationships/slideLayout" Target="../slideLayouts/slideLayout168.xml"/><Relationship Id="rId12" Type="http://schemas.openxmlformats.org/officeDocument/2006/relationships/slideLayout" Target="../slideLayouts/slideLayout167.xml"/><Relationship Id="rId15" Type="http://schemas.openxmlformats.org/officeDocument/2006/relationships/slideLayout" Target="../slideLayouts/slideLayout170.xml"/><Relationship Id="rId14" Type="http://schemas.openxmlformats.org/officeDocument/2006/relationships/slideLayout" Target="../slideLayouts/slideLayout169.xml"/><Relationship Id="rId17" Type="http://schemas.openxmlformats.org/officeDocument/2006/relationships/slideLayout" Target="../slideLayouts/slideLayout172.xml"/><Relationship Id="rId16" Type="http://schemas.openxmlformats.org/officeDocument/2006/relationships/slideLayout" Target="../slideLayouts/slideLayout171.xml"/><Relationship Id="rId19" Type="http://schemas.openxmlformats.org/officeDocument/2006/relationships/slideLayout" Target="../slideLayouts/slideLayout174.xml"/><Relationship Id="rId18" Type="http://schemas.openxmlformats.org/officeDocument/2006/relationships/slideLayout" Target="../slideLayouts/slideLayout173.xml"/></Relationships>
</file>

<file path=ppt/slideMasters/_rels/slideMaster9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99.xml"/><Relationship Id="rId22" Type="http://schemas.openxmlformats.org/officeDocument/2006/relationships/slideLayout" Target="../slideLayouts/slideLayout201.xml"/><Relationship Id="rId21" Type="http://schemas.openxmlformats.org/officeDocument/2006/relationships/slideLayout" Target="../slideLayouts/slideLayout200.xml"/><Relationship Id="rId24" Type="http://schemas.openxmlformats.org/officeDocument/2006/relationships/slideLayout" Target="../slideLayouts/slideLayout203.xml"/><Relationship Id="rId23" Type="http://schemas.openxmlformats.org/officeDocument/2006/relationships/slideLayout" Target="../slideLayouts/slideLayout202.xml"/><Relationship Id="rId1" Type="http://schemas.openxmlformats.org/officeDocument/2006/relationships/slideLayout" Target="../slideLayouts/slideLayout180.xml"/><Relationship Id="rId2" Type="http://schemas.openxmlformats.org/officeDocument/2006/relationships/slideLayout" Target="../slideLayouts/slideLayout181.xml"/><Relationship Id="rId3" Type="http://schemas.openxmlformats.org/officeDocument/2006/relationships/slideLayout" Target="../slideLayouts/slideLayout182.xml"/><Relationship Id="rId4" Type="http://schemas.openxmlformats.org/officeDocument/2006/relationships/slideLayout" Target="../slideLayouts/slideLayout183.xml"/><Relationship Id="rId9" Type="http://schemas.openxmlformats.org/officeDocument/2006/relationships/slideLayout" Target="../slideLayouts/slideLayout188.xml"/><Relationship Id="rId25" Type="http://schemas.openxmlformats.org/officeDocument/2006/relationships/theme" Target="../theme/theme10.xml"/><Relationship Id="rId5" Type="http://schemas.openxmlformats.org/officeDocument/2006/relationships/slideLayout" Target="../slideLayouts/slideLayout184.xml"/><Relationship Id="rId6" Type="http://schemas.openxmlformats.org/officeDocument/2006/relationships/slideLayout" Target="../slideLayouts/slideLayout185.xml"/><Relationship Id="rId7" Type="http://schemas.openxmlformats.org/officeDocument/2006/relationships/slideLayout" Target="../slideLayouts/slideLayout186.xml"/><Relationship Id="rId8" Type="http://schemas.openxmlformats.org/officeDocument/2006/relationships/slideLayout" Target="../slideLayouts/slideLayout187.xml"/><Relationship Id="rId11" Type="http://schemas.openxmlformats.org/officeDocument/2006/relationships/slideLayout" Target="../slideLayouts/slideLayout190.xml"/><Relationship Id="rId10" Type="http://schemas.openxmlformats.org/officeDocument/2006/relationships/slideLayout" Target="../slideLayouts/slideLayout189.xml"/><Relationship Id="rId13" Type="http://schemas.openxmlformats.org/officeDocument/2006/relationships/slideLayout" Target="../slideLayouts/slideLayout192.xml"/><Relationship Id="rId12" Type="http://schemas.openxmlformats.org/officeDocument/2006/relationships/slideLayout" Target="../slideLayouts/slideLayout191.xml"/><Relationship Id="rId15" Type="http://schemas.openxmlformats.org/officeDocument/2006/relationships/slideLayout" Target="../slideLayouts/slideLayout194.xml"/><Relationship Id="rId14" Type="http://schemas.openxmlformats.org/officeDocument/2006/relationships/slideLayout" Target="../slideLayouts/slideLayout193.xml"/><Relationship Id="rId17" Type="http://schemas.openxmlformats.org/officeDocument/2006/relationships/slideLayout" Target="../slideLayouts/slideLayout196.xml"/><Relationship Id="rId16" Type="http://schemas.openxmlformats.org/officeDocument/2006/relationships/slideLayout" Target="../slideLayouts/slideLayout195.xml"/><Relationship Id="rId19" Type="http://schemas.openxmlformats.org/officeDocument/2006/relationships/slideLayout" Target="../slideLayouts/slideLayout198.xml"/><Relationship Id="rId18" Type="http://schemas.openxmlformats.org/officeDocument/2006/relationships/slideLayout" Target="../slideLayouts/slideLayout19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b="1" sz="30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b="1" sz="30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b="1" sz="30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b="1" sz="30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b="1" sz="30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b="1" sz="30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b="1" sz="30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b="1" sz="30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b="1" sz="30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713400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●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○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■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●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○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■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●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○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Mulish"/>
              <a:buChar char="■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38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b="1" sz="30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b="1" sz="30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b="1" sz="30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b="1" sz="30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b="1" sz="30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b="1" sz="30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b="1" sz="30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b="1" sz="30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b="1" sz="30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322" name="Google Shape;322;p38"/>
          <p:cNvSpPr txBox="1"/>
          <p:nvPr>
            <p:ph idx="1" type="body"/>
          </p:nvPr>
        </p:nvSpPr>
        <p:spPr>
          <a:xfrm>
            <a:off x="713400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●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○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■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●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○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■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●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○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Mulish"/>
              <a:buChar char="■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/>
        </p:txBody>
      </p:sp>
      <p:sp>
        <p:nvSpPr>
          <p:cNvPr id="323" name="Google Shape;323;p3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  <p:sldLayoutId id="2147483694" r:id="rId12"/>
    <p:sldLayoutId id="2147483695" r:id="rId13"/>
    <p:sldLayoutId id="2147483696" r:id="rId14"/>
    <p:sldLayoutId id="2147483697" r:id="rId15"/>
    <p:sldLayoutId id="2147483698" r:id="rId16"/>
    <p:sldLayoutId id="2147483699" r:id="rId17"/>
    <p:sldLayoutId id="2147483700" r:id="rId18"/>
    <p:sldLayoutId id="2147483701" r:id="rId19"/>
    <p:sldLayoutId id="2147483702" r:id="rId20"/>
    <p:sldLayoutId id="2147483703" r:id="rId21"/>
    <p:sldLayoutId id="2147483704" r:id="rId22"/>
    <p:sldLayoutId id="2147483705" r:id="rId23"/>
    <p:sldLayoutId id="2147483706" r:id="rId2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63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b="1" sz="30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b="1" sz="30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b="1" sz="30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b="1" sz="30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b="1" sz="30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b="1" sz="30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b="1" sz="30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b="1" sz="30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b="1" sz="30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592" name="Google Shape;592;p63"/>
          <p:cNvSpPr txBox="1"/>
          <p:nvPr>
            <p:ph idx="1" type="body"/>
          </p:nvPr>
        </p:nvSpPr>
        <p:spPr>
          <a:xfrm>
            <a:off x="713400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●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○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■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●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○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■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●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○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Mulish"/>
              <a:buChar char="■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/>
        </p:txBody>
      </p:sp>
      <p:sp>
        <p:nvSpPr>
          <p:cNvPr id="593" name="Google Shape;593;p6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  <p:sldLayoutId id="2147483719" r:id="rId13"/>
    <p:sldLayoutId id="2147483720" r:id="rId14"/>
    <p:sldLayoutId id="2147483721" r:id="rId15"/>
    <p:sldLayoutId id="2147483722" r:id="rId16"/>
    <p:sldLayoutId id="2147483723" r:id="rId17"/>
    <p:sldLayoutId id="2147483724" r:id="rId18"/>
    <p:sldLayoutId id="2147483725" r:id="rId19"/>
    <p:sldLayoutId id="2147483726" r:id="rId20"/>
    <p:sldLayoutId id="2147483727" r:id="rId21"/>
    <p:sldLayoutId id="2147483728" r:id="rId22"/>
    <p:sldLayoutId id="2147483729" r:id="rId23"/>
    <p:sldLayoutId id="2147483730" r:id="rId2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p88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b="1" sz="30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b="1" sz="30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b="1" sz="30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b="1" sz="30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b="1" sz="30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b="1" sz="30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b="1" sz="30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b="1" sz="30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b="1" sz="30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862" name="Google Shape;862;p88"/>
          <p:cNvSpPr txBox="1"/>
          <p:nvPr>
            <p:ph idx="1" type="body"/>
          </p:nvPr>
        </p:nvSpPr>
        <p:spPr>
          <a:xfrm>
            <a:off x="713400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●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○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■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●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○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■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●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○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Mulish"/>
              <a:buChar char="■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/>
        </p:txBody>
      </p:sp>
      <p:sp>
        <p:nvSpPr>
          <p:cNvPr id="863" name="Google Shape;863;p8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31" r:id="rId1"/>
    <p:sldLayoutId id="2147483732" r:id="rId2"/>
    <p:sldLayoutId id="2147483733" r:id="rId3"/>
    <p:sldLayoutId id="2147483734" r:id="rId4"/>
    <p:sldLayoutId id="2147483735" r:id="rId5"/>
    <p:sldLayoutId id="2147483736" r:id="rId6"/>
    <p:sldLayoutId id="2147483737" r:id="rId7"/>
    <p:sldLayoutId id="2147483738" r:id="rId8"/>
    <p:sldLayoutId id="2147483739" r:id="rId9"/>
    <p:sldLayoutId id="2147483740" r:id="rId10"/>
    <p:sldLayoutId id="2147483741" r:id="rId11"/>
    <p:sldLayoutId id="2147483742" r:id="rId12"/>
    <p:sldLayoutId id="2147483743" r:id="rId13"/>
    <p:sldLayoutId id="2147483744" r:id="rId14"/>
    <p:sldLayoutId id="2147483745" r:id="rId15"/>
    <p:sldLayoutId id="2147483746" r:id="rId16"/>
    <p:sldLayoutId id="2147483747" r:id="rId17"/>
    <p:sldLayoutId id="2147483748" r:id="rId18"/>
    <p:sldLayoutId id="2147483749" r:id="rId19"/>
    <p:sldLayoutId id="2147483750" r:id="rId20"/>
    <p:sldLayoutId id="2147483751" r:id="rId21"/>
    <p:sldLayoutId id="2147483752" r:id="rId22"/>
    <p:sldLayoutId id="2147483753" r:id="rId23"/>
    <p:sldLayoutId id="2147483754" r:id="rId2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1130" name="Shape 1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1" name="Google Shape;1131;p113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b="1" sz="30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b="1" sz="30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b="1" sz="30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b="1" sz="30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b="1" sz="30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b="1" sz="30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b="1" sz="30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b="1" sz="30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b="1" sz="30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1132" name="Google Shape;1132;p113"/>
          <p:cNvSpPr txBox="1"/>
          <p:nvPr>
            <p:ph idx="1" type="body"/>
          </p:nvPr>
        </p:nvSpPr>
        <p:spPr>
          <a:xfrm>
            <a:off x="713400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●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○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■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●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○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■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●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○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Mulish"/>
              <a:buChar char="■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/>
        </p:txBody>
      </p:sp>
      <p:sp>
        <p:nvSpPr>
          <p:cNvPr id="1133" name="Google Shape;1133;p1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55" r:id="rId1"/>
    <p:sldLayoutId id="2147483756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4" r:id="rId10"/>
    <p:sldLayoutId id="2147483765" r:id="rId11"/>
    <p:sldLayoutId id="2147483766" r:id="rId12"/>
    <p:sldLayoutId id="2147483767" r:id="rId13"/>
    <p:sldLayoutId id="2147483768" r:id="rId14"/>
    <p:sldLayoutId id="2147483769" r:id="rId15"/>
    <p:sldLayoutId id="2147483770" r:id="rId16"/>
    <p:sldLayoutId id="2147483771" r:id="rId17"/>
    <p:sldLayoutId id="2147483772" r:id="rId18"/>
    <p:sldLayoutId id="2147483773" r:id="rId19"/>
    <p:sldLayoutId id="2147483774" r:id="rId20"/>
    <p:sldLayoutId id="2147483775" r:id="rId21"/>
    <p:sldLayoutId id="2147483776" r:id="rId22"/>
    <p:sldLayoutId id="2147483777" r:id="rId23"/>
    <p:sldLayoutId id="2147483778" r:id="rId2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1400" name="Shape 1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1" name="Google Shape;1401;p138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b="1" sz="30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b="1" sz="30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b="1" sz="30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b="1" sz="30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b="1" sz="30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b="1" sz="30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b="1" sz="30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b="1" sz="30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b="1" sz="30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1402" name="Google Shape;1402;p138"/>
          <p:cNvSpPr txBox="1"/>
          <p:nvPr>
            <p:ph idx="1" type="body"/>
          </p:nvPr>
        </p:nvSpPr>
        <p:spPr>
          <a:xfrm>
            <a:off x="713400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●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○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■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●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○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■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●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○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Mulish"/>
              <a:buChar char="■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/>
        </p:txBody>
      </p:sp>
      <p:sp>
        <p:nvSpPr>
          <p:cNvPr id="1403" name="Google Shape;1403;p13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79" r:id="rId1"/>
    <p:sldLayoutId id="2147483780" r:id="rId2"/>
    <p:sldLayoutId id="2147483781" r:id="rId3"/>
    <p:sldLayoutId id="2147483782" r:id="rId4"/>
    <p:sldLayoutId id="2147483783" r:id="rId5"/>
    <p:sldLayoutId id="2147483784" r:id="rId6"/>
    <p:sldLayoutId id="2147483785" r:id="rId7"/>
    <p:sldLayoutId id="2147483786" r:id="rId8"/>
    <p:sldLayoutId id="2147483787" r:id="rId9"/>
    <p:sldLayoutId id="2147483788" r:id="rId10"/>
    <p:sldLayoutId id="2147483789" r:id="rId11"/>
    <p:sldLayoutId id="2147483790" r:id="rId12"/>
    <p:sldLayoutId id="2147483791" r:id="rId13"/>
    <p:sldLayoutId id="2147483792" r:id="rId14"/>
    <p:sldLayoutId id="2147483793" r:id="rId15"/>
    <p:sldLayoutId id="2147483794" r:id="rId16"/>
    <p:sldLayoutId id="2147483795" r:id="rId17"/>
    <p:sldLayoutId id="2147483796" r:id="rId18"/>
    <p:sldLayoutId id="2147483797" r:id="rId19"/>
    <p:sldLayoutId id="2147483798" r:id="rId20"/>
    <p:sldLayoutId id="2147483799" r:id="rId21"/>
    <p:sldLayoutId id="2147483800" r:id="rId22"/>
    <p:sldLayoutId id="2147483801" r:id="rId23"/>
    <p:sldLayoutId id="2147483802" r:id="rId2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1670" name="Shape 1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1" name="Google Shape;1671;p163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b="1" sz="30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b="1" sz="30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b="1" sz="30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b="1" sz="30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b="1" sz="30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b="1" sz="30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b="1" sz="30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b="1" sz="30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b="1" sz="30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1672" name="Google Shape;1672;p163"/>
          <p:cNvSpPr txBox="1"/>
          <p:nvPr>
            <p:ph idx="1" type="body"/>
          </p:nvPr>
        </p:nvSpPr>
        <p:spPr>
          <a:xfrm>
            <a:off x="713400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●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○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■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●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○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■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●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○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Mulish"/>
              <a:buChar char="■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/>
        </p:txBody>
      </p:sp>
      <p:sp>
        <p:nvSpPr>
          <p:cNvPr id="1673" name="Google Shape;1673;p16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803" r:id="rId1"/>
    <p:sldLayoutId id="2147483804" r:id="rId2"/>
    <p:sldLayoutId id="2147483805" r:id="rId3"/>
    <p:sldLayoutId id="2147483806" r:id="rId4"/>
    <p:sldLayoutId id="2147483807" r:id="rId5"/>
    <p:sldLayoutId id="2147483808" r:id="rId6"/>
    <p:sldLayoutId id="2147483809" r:id="rId7"/>
    <p:sldLayoutId id="2147483810" r:id="rId8"/>
    <p:sldLayoutId id="2147483811" r:id="rId9"/>
    <p:sldLayoutId id="2147483812" r:id="rId10"/>
    <p:sldLayoutId id="2147483813" r:id="rId11"/>
    <p:sldLayoutId id="2147483814" r:id="rId12"/>
    <p:sldLayoutId id="2147483815" r:id="rId13"/>
    <p:sldLayoutId id="2147483816" r:id="rId14"/>
    <p:sldLayoutId id="2147483817" r:id="rId15"/>
    <p:sldLayoutId id="2147483818" r:id="rId16"/>
    <p:sldLayoutId id="2147483819" r:id="rId17"/>
    <p:sldLayoutId id="2147483820" r:id="rId18"/>
    <p:sldLayoutId id="2147483821" r:id="rId19"/>
    <p:sldLayoutId id="2147483822" r:id="rId20"/>
    <p:sldLayoutId id="2147483823" r:id="rId21"/>
    <p:sldLayoutId id="2147483824" r:id="rId22"/>
    <p:sldLayoutId id="2147483825" r:id="rId23"/>
    <p:sldLayoutId id="2147483826" r:id="rId2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1940" name="Shape 1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1" name="Google Shape;1941;p188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b="1" sz="30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b="1" sz="30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b="1" sz="30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b="1" sz="30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b="1" sz="30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b="1" sz="30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b="1" sz="30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b="1" sz="30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b="1" sz="30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1942" name="Google Shape;1942;p188"/>
          <p:cNvSpPr txBox="1"/>
          <p:nvPr>
            <p:ph idx="1" type="body"/>
          </p:nvPr>
        </p:nvSpPr>
        <p:spPr>
          <a:xfrm>
            <a:off x="713400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●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○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■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●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○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■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●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○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Mulish"/>
              <a:buChar char="■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/>
        </p:txBody>
      </p:sp>
      <p:sp>
        <p:nvSpPr>
          <p:cNvPr id="1943" name="Google Shape;1943;p18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827" r:id="rId1"/>
    <p:sldLayoutId id="2147483828" r:id="rId2"/>
    <p:sldLayoutId id="2147483829" r:id="rId3"/>
    <p:sldLayoutId id="2147483830" r:id="rId4"/>
    <p:sldLayoutId id="2147483831" r:id="rId5"/>
    <p:sldLayoutId id="2147483832" r:id="rId6"/>
    <p:sldLayoutId id="2147483833" r:id="rId7"/>
    <p:sldLayoutId id="2147483834" r:id="rId8"/>
    <p:sldLayoutId id="2147483835" r:id="rId9"/>
    <p:sldLayoutId id="2147483836" r:id="rId10"/>
    <p:sldLayoutId id="2147483837" r:id="rId11"/>
    <p:sldLayoutId id="2147483838" r:id="rId12"/>
    <p:sldLayoutId id="2147483839" r:id="rId13"/>
    <p:sldLayoutId id="2147483840" r:id="rId14"/>
    <p:sldLayoutId id="2147483841" r:id="rId15"/>
    <p:sldLayoutId id="2147483842" r:id="rId16"/>
    <p:sldLayoutId id="2147483843" r:id="rId17"/>
    <p:sldLayoutId id="2147483844" r:id="rId18"/>
    <p:sldLayoutId id="2147483845" r:id="rId19"/>
    <p:sldLayoutId id="2147483846" r:id="rId20"/>
    <p:sldLayoutId id="2147483847" r:id="rId21"/>
    <p:sldLayoutId id="2147483848" r:id="rId22"/>
    <p:sldLayoutId id="2147483849" r:id="rId23"/>
    <p:sldLayoutId id="2147483850" r:id="rId2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0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8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Relationship Id="rId4" Type="http://schemas.openxmlformats.org/officeDocument/2006/relationships/image" Target="../media/image3.png"/><Relationship Id="rId5" Type="http://schemas.openxmlformats.org/officeDocument/2006/relationships/image" Target="../media/image2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0.png"/><Relationship Id="rId4" Type="http://schemas.openxmlformats.org/officeDocument/2006/relationships/image" Target="../media/image1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4.png"/><Relationship Id="rId4" Type="http://schemas.openxmlformats.org/officeDocument/2006/relationships/image" Target="../media/image2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2.png"/><Relationship Id="rId4" Type="http://schemas.openxmlformats.org/officeDocument/2006/relationships/image" Target="../media/image2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2.png"/><Relationship Id="rId4" Type="http://schemas.openxmlformats.org/officeDocument/2006/relationships/image" Target="../media/image2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2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://drive.google.com/file/d/1dj_VoBwrkELm81E5G3teLqdtLkxkt2v1/view" TargetMode="External"/><Relationship Id="rId4" Type="http://schemas.openxmlformats.org/officeDocument/2006/relationships/image" Target="../media/image21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2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213" name="Shape 2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4" name="Google Shape;2214;p213"/>
          <p:cNvSpPr txBox="1"/>
          <p:nvPr/>
        </p:nvSpPr>
        <p:spPr>
          <a:xfrm>
            <a:off x="820825" y="1092631"/>
            <a:ext cx="7643400" cy="16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100">
                <a:latin typeface="Mulish"/>
                <a:ea typeface="Mulish"/>
                <a:cs typeface="Mulish"/>
                <a:sym typeface="Mulish"/>
              </a:rPr>
              <a:t>Advanced ResNet50 - Autoencoder Framework for Multi-Class Eye Disease Classification</a:t>
            </a:r>
            <a:endParaRPr b="1" sz="3100"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2215" name="Google Shape;2215;p213"/>
          <p:cNvSpPr txBox="1"/>
          <p:nvPr/>
        </p:nvSpPr>
        <p:spPr>
          <a:xfrm>
            <a:off x="1305150" y="323233"/>
            <a:ext cx="7311900" cy="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Prasad V. Potluri Siddhartha Institute of Technology</a:t>
            </a:r>
            <a:endParaRPr b="1" sz="2200" u="sng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2216" name="Google Shape;2216;p213"/>
          <p:cNvPicPr preferRelativeResize="0"/>
          <p:nvPr/>
        </p:nvPicPr>
        <p:blipFill rotWithShape="1">
          <a:blip r:embed="rId3">
            <a:alphaModFix/>
          </a:blip>
          <a:srcRect b="0" l="18917" r="16629" t="0"/>
          <a:stretch/>
        </p:blipFill>
        <p:spPr>
          <a:xfrm>
            <a:off x="519275" y="220800"/>
            <a:ext cx="679025" cy="803450"/>
          </a:xfrm>
          <a:prstGeom prst="rect">
            <a:avLst/>
          </a:prstGeom>
          <a:noFill/>
          <a:ln>
            <a:noFill/>
          </a:ln>
        </p:spPr>
      </p:pic>
      <p:sp>
        <p:nvSpPr>
          <p:cNvPr id="2217" name="Google Shape;2217;p213"/>
          <p:cNvSpPr txBox="1"/>
          <p:nvPr/>
        </p:nvSpPr>
        <p:spPr>
          <a:xfrm>
            <a:off x="333479" y="3061675"/>
            <a:ext cx="4221300" cy="15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9900FF"/>
                </a:solidFill>
                <a:latin typeface="Proxima Nova"/>
                <a:ea typeface="Proxima Nova"/>
                <a:cs typeface="Proxima Nova"/>
                <a:sym typeface="Proxima Nova"/>
              </a:rPr>
              <a:t>Team Members : </a:t>
            </a:r>
            <a:endParaRPr sz="1100">
              <a:solidFill>
                <a:srgbClr val="000000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ts val="1500"/>
              <a:buFont typeface="Proxima Nova"/>
              <a:buAutoNum type="arabicPeriod"/>
            </a:pPr>
            <a:r>
              <a:rPr b="1" lang="en-GB" sz="150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T. N. S. Samanvitha</a:t>
            </a:r>
            <a:r>
              <a:rPr lang="en-GB" sz="150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     (22501A05H6)</a:t>
            </a:r>
            <a:endParaRPr sz="1500">
              <a:solidFill>
                <a:srgbClr val="202729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ts val="1500"/>
              <a:buFont typeface="Proxima Nova"/>
              <a:buAutoNum type="arabicPeriod"/>
            </a:pPr>
            <a:r>
              <a:rPr b="1" lang="en-GB" sz="150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T. Gayathri</a:t>
            </a:r>
            <a:r>
              <a:rPr lang="en-GB" sz="150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                    (22501A05H7)</a:t>
            </a:r>
            <a:endParaRPr sz="1500">
              <a:solidFill>
                <a:srgbClr val="202729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ts val="1500"/>
              <a:buFont typeface="Proxima Nova"/>
              <a:buAutoNum type="arabicPeriod"/>
            </a:pPr>
            <a:r>
              <a:rPr b="1" lang="en-GB" sz="150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V. Gnaneswari</a:t>
            </a:r>
            <a:r>
              <a:rPr lang="en-GB" sz="150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              (22501A05J3)</a:t>
            </a:r>
            <a:endParaRPr sz="1500">
              <a:solidFill>
                <a:srgbClr val="202729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ts val="1500"/>
              <a:buFont typeface="Proxima Nova"/>
              <a:buAutoNum type="arabicPeriod"/>
            </a:pPr>
            <a:r>
              <a:rPr b="1" lang="en-GB" sz="150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S. Sushruth</a:t>
            </a:r>
            <a:r>
              <a:rPr lang="en-GB" sz="150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                   (22501A05G8)</a:t>
            </a:r>
            <a:endParaRPr sz="1500">
              <a:solidFill>
                <a:srgbClr val="202729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218" name="Google Shape;2218;p213"/>
          <p:cNvSpPr txBox="1"/>
          <p:nvPr/>
        </p:nvSpPr>
        <p:spPr>
          <a:xfrm>
            <a:off x="5413332" y="3133988"/>
            <a:ext cx="30000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9900FF"/>
                </a:solidFill>
                <a:latin typeface="Proxima Nova"/>
                <a:ea typeface="Proxima Nova"/>
                <a:cs typeface="Proxima Nova"/>
                <a:sym typeface="Proxima Nova"/>
              </a:rPr>
              <a:t>Guide :</a:t>
            </a:r>
            <a:r>
              <a:rPr lang="en-GB" sz="1800">
                <a:solidFill>
                  <a:srgbClr val="9900FF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endParaRPr sz="1800">
              <a:solidFill>
                <a:srgbClr val="9900FF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rgbClr val="353744"/>
                </a:solidFill>
                <a:latin typeface="Proxima Nova"/>
                <a:ea typeface="Proxima Nova"/>
                <a:cs typeface="Proxima Nova"/>
                <a:sym typeface="Proxima Nova"/>
              </a:rPr>
              <a:t>Mr. Bala Bhaskara Rao Emani</a:t>
            </a:r>
            <a:r>
              <a:rPr b="1" lang="en-GB" sz="1800">
                <a:solidFill>
                  <a:srgbClr val="353744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endParaRPr b="1" sz="1800">
              <a:solidFill>
                <a:srgbClr val="353744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353744"/>
                </a:solidFill>
                <a:latin typeface="Proxima Nova"/>
                <a:ea typeface="Proxima Nova"/>
                <a:cs typeface="Proxima Nova"/>
                <a:sym typeface="Proxima Nova"/>
              </a:rPr>
              <a:t>Assistant Professor</a:t>
            </a:r>
            <a:endParaRPr>
              <a:solidFill>
                <a:srgbClr val="353744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53744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2" name="Shape 2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3" name="Google Shape;2223;p21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Problem Statement</a:t>
            </a:r>
            <a:endParaRPr/>
          </a:p>
        </p:txBody>
      </p:sp>
      <p:sp>
        <p:nvSpPr>
          <p:cNvPr id="2224" name="Google Shape;2224;p214"/>
          <p:cNvSpPr txBox="1"/>
          <p:nvPr>
            <p:ph idx="1" type="body"/>
          </p:nvPr>
        </p:nvSpPr>
        <p:spPr>
          <a:xfrm>
            <a:off x="442950" y="1190900"/>
            <a:ext cx="5188500" cy="323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Eye diseases such as </a:t>
            </a: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Cataract, Diabetic Retinopathy, and Glaucoma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require </a:t>
            </a: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early and accurate diagnosis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to prevent vision loss.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Traditional diagnosis relies on </a:t>
            </a: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manual analysis by ophthalmologists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which is </a:t>
            </a: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time-consuming and prone to variability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Retinal images often suffer from </a:t>
            </a: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noise, low contrast, and inconsistent quality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affecting diagnosis accuracy.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Existing deep learning models struggle with </a:t>
            </a: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robust feature extraction and multi-class classification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There is a need for a system that can </a:t>
            </a: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handle image noise while maintaining high classification accuracy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Current approaches lack </a:t>
            </a: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generalization across different eye diseases in a single framework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25" name="Google Shape;2225;p2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31450" y="1502763"/>
            <a:ext cx="3207750" cy="21379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9" name="Shape 2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0" name="Google Shape;2230;p21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Motivation - Real Life Relevance</a:t>
            </a:r>
            <a:endParaRPr/>
          </a:p>
        </p:txBody>
      </p:sp>
      <p:sp>
        <p:nvSpPr>
          <p:cNvPr id="2231" name="Google Shape;2231;p215"/>
          <p:cNvSpPr txBox="1"/>
          <p:nvPr>
            <p:ph idx="1" type="body"/>
          </p:nvPr>
        </p:nvSpPr>
        <p:spPr>
          <a:xfrm>
            <a:off x="373675" y="1164925"/>
            <a:ext cx="5006400" cy="323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Eye diseases are a leading cause of </a:t>
            </a: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vision impairment and blindness worldwide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Many conditions like </a:t>
            </a: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Cataract, Diabetic Retinopathy, and Glaucoma are preventable if detected early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Lack of access to </a:t>
            </a: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specialized ophthalmologists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especially in rural areas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Manual screening is </a:t>
            </a: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time-consuming, expensive, and not scalable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Retinal image analysis requires </a:t>
            </a: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high expertise and consistency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Automated systems can enable </a:t>
            </a: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fast, affordable, and large-scale screening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Helps in </a:t>
            </a: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early diagnosis, timely treatment, and reducing blindness rates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32" name="Google Shape;2232;p2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11750" y="1414748"/>
            <a:ext cx="2912250" cy="262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6" name="Shape 2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7" name="Google Shape;2237;p21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Objectives</a:t>
            </a:r>
            <a:endParaRPr/>
          </a:p>
        </p:txBody>
      </p:sp>
      <p:sp>
        <p:nvSpPr>
          <p:cNvPr id="2238" name="Google Shape;2238;p216"/>
          <p:cNvSpPr txBox="1"/>
          <p:nvPr>
            <p:ph idx="1" type="body"/>
          </p:nvPr>
        </p:nvSpPr>
        <p:spPr>
          <a:xfrm>
            <a:off x="720000" y="1155150"/>
            <a:ext cx="4582200" cy="323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Develop an automated system for </a:t>
            </a: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eye disease classification using retinal images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Design a </a:t>
            </a: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hybrid Autoencoder–ResNet50 framework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Enhance image quality using a </a:t>
            </a: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residual autoencoder for denoising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Extract deep features using </a:t>
            </a: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transfer learning (ResNet50)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Perform both </a:t>
            </a: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binary and multi-class classification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of eye diseases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Improve model performance using </a:t>
            </a: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regularization and dropout techniques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Achieve </a:t>
            </a: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high accuracy and robust generalization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across datasets</a:t>
            </a:r>
            <a:endParaRPr/>
          </a:p>
        </p:txBody>
      </p:sp>
      <p:pic>
        <p:nvPicPr>
          <p:cNvPr id="2239" name="Google Shape;2239;p2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32125" y="1689150"/>
            <a:ext cx="2975751" cy="1983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3" name="Shape 2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4" name="Google Shape;2244;p21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Proposed Solution</a:t>
            </a:r>
            <a:endParaRPr/>
          </a:p>
        </p:txBody>
      </p:sp>
      <p:sp>
        <p:nvSpPr>
          <p:cNvPr id="2245" name="Google Shape;2245;p217"/>
          <p:cNvSpPr txBox="1"/>
          <p:nvPr>
            <p:ph idx="1" type="body"/>
          </p:nvPr>
        </p:nvSpPr>
        <p:spPr>
          <a:xfrm>
            <a:off x="373675" y="1164925"/>
            <a:ext cx="5188500" cy="323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Develop a </a:t>
            </a: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hybrid deep learning framework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combining Autoencoder and ResNet50.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 a </a:t>
            </a: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residual Autoencoder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to </a:t>
            </a: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reduce noise and enhance retinal image quality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Preserve important medical features using </a:t>
            </a: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residual learning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Apply </a:t>
            </a: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ResNet50 (transfer learning)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for effective deep feature extraction.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Perform both </a:t>
            </a: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binary and multi-class classification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of eye diseases.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Improve model performance using </a:t>
            </a: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regularization and dropout techniques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Achieve </a:t>
            </a: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high accuracy and robust generalization across multiple diseases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46" name="Google Shape;2246;p2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06750" y="1577100"/>
            <a:ext cx="3277025" cy="2184684"/>
          </a:xfrm>
          <a:prstGeom prst="rect">
            <a:avLst/>
          </a:prstGeom>
          <a:noFill/>
          <a:ln>
            <a:noFill/>
          </a:ln>
        </p:spPr>
      </p:pic>
      <p:sp>
        <p:nvSpPr>
          <p:cNvPr id="2247" name="Google Shape;2247;p217"/>
          <p:cNvSpPr txBox="1"/>
          <p:nvPr/>
        </p:nvSpPr>
        <p:spPr>
          <a:xfrm>
            <a:off x="5510220" y="2863300"/>
            <a:ext cx="6753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Input</a:t>
            </a:r>
            <a:endParaRPr sz="1000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2248" name="Google Shape;2248;p217"/>
          <p:cNvSpPr txBox="1"/>
          <p:nvPr/>
        </p:nvSpPr>
        <p:spPr>
          <a:xfrm>
            <a:off x="5943009" y="2946418"/>
            <a:ext cx="12297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Residual Autoencoder</a:t>
            </a:r>
            <a:endParaRPr sz="1000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2249" name="Google Shape;2249;p217"/>
          <p:cNvSpPr txBox="1"/>
          <p:nvPr/>
        </p:nvSpPr>
        <p:spPr>
          <a:xfrm>
            <a:off x="6727523" y="2942955"/>
            <a:ext cx="12297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ResNet50</a:t>
            </a:r>
            <a:endParaRPr sz="1000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2250" name="Google Shape;2250;p217"/>
          <p:cNvSpPr txBox="1"/>
          <p:nvPr/>
        </p:nvSpPr>
        <p:spPr>
          <a:xfrm>
            <a:off x="7763150" y="3138650"/>
            <a:ext cx="12297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Classification</a:t>
            </a:r>
            <a:endParaRPr sz="1000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4" name="Shape 2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5" name="Google Shape;2255;p2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Methodology</a:t>
            </a:r>
            <a:endParaRPr/>
          </a:p>
        </p:txBody>
      </p:sp>
      <p:pic>
        <p:nvPicPr>
          <p:cNvPr id="2256" name="Google Shape;2256;p218"/>
          <p:cNvPicPr preferRelativeResize="0"/>
          <p:nvPr/>
        </p:nvPicPr>
        <p:blipFill rotWithShape="1">
          <a:blip r:embed="rId3">
            <a:alphaModFix/>
          </a:blip>
          <a:srcRect b="28140" l="0" r="0" t="25101"/>
          <a:stretch/>
        </p:blipFill>
        <p:spPr>
          <a:xfrm>
            <a:off x="1706275" y="1017725"/>
            <a:ext cx="5731450" cy="1770501"/>
          </a:xfrm>
          <a:prstGeom prst="rect">
            <a:avLst/>
          </a:prstGeom>
          <a:noFill/>
          <a:ln>
            <a:noFill/>
          </a:ln>
        </p:spPr>
      </p:pic>
      <p:sp>
        <p:nvSpPr>
          <p:cNvPr id="2257" name="Google Shape;2257;p218"/>
          <p:cNvSpPr txBox="1"/>
          <p:nvPr/>
        </p:nvSpPr>
        <p:spPr>
          <a:xfrm>
            <a:off x="1791000" y="2779566"/>
            <a:ext cx="5562000" cy="21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-GB" sz="1100"/>
              <a:t>System takes </a:t>
            </a:r>
            <a:r>
              <a:rPr b="1" lang="en-GB" sz="1100"/>
              <a:t>retinal fundus images as input</a:t>
            </a:r>
            <a:r>
              <a:rPr lang="en-GB" sz="1100"/>
              <a:t> from multiple disease classes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 sz="1100"/>
              <a:t>Images undergo </a:t>
            </a:r>
            <a:r>
              <a:rPr b="1" lang="en-GB" sz="1100"/>
              <a:t>preprocessing (resizing and normalization)</a:t>
            </a:r>
            <a:r>
              <a:rPr lang="en-GB" sz="1100"/>
              <a:t> for consistency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 sz="1100"/>
              <a:t>A </a:t>
            </a:r>
            <a:r>
              <a:rPr b="1" lang="en-GB" sz="1100"/>
              <a:t>residual autoencoder</a:t>
            </a:r>
            <a:r>
              <a:rPr lang="en-GB" sz="1100"/>
              <a:t> performs </a:t>
            </a:r>
            <a:r>
              <a:rPr b="1" lang="en-GB" sz="1100"/>
              <a:t>denoising and feature enhancement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 sz="1100"/>
              <a:t>Enhanced images are passed to </a:t>
            </a:r>
            <a:r>
              <a:rPr b="1" lang="en-GB" sz="1100"/>
              <a:t>ResNet50 for deep feature extraction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 sz="1100"/>
              <a:t>Classification is performed for both:</a:t>
            </a:r>
            <a:endParaRPr sz="11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b="1" lang="en-GB" sz="1100"/>
              <a:t>Binary classification</a:t>
            </a:r>
            <a:r>
              <a:rPr lang="en-GB" sz="1100"/>
              <a:t> (disease vs normal)</a:t>
            </a:r>
            <a:endParaRPr sz="11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b="1" lang="en-GB" sz="1100"/>
              <a:t>Multi-class classification</a:t>
            </a:r>
            <a:r>
              <a:rPr lang="en-GB" sz="1100"/>
              <a:t> (4 eye diseases)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 sz="1100"/>
              <a:t>Model is trained and evaluated using </a:t>
            </a:r>
            <a:r>
              <a:rPr b="1" lang="en-GB" sz="1100"/>
              <a:t>accuracy and loss metrics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 sz="1100"/>
              <a:t>Final performance is analyzed using </a:t>
            </a:r>
            <a:r>
              <a:rPr b="1" lang="en-GB" sz="1100"/>
              <a:t>confusion matrix and evaluation metrics</a:t>
            </a:r>
            <a:endParaRPr b="1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1" name="Shape 2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2" name="Google Shape;2262;p21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Requirement Analysis</a:t>
            </a:r>
            <a:endParaRPr/>
          </a:p>
        </p:txBody>
      </p:sp>
      <p:sp>
        <p:nvSpPr>
          <p:cNvPr id="2263" name="Google Shape;2263;p219"/>
          <p:cNvSpPr txBox="1"/>
          <p:nvPr>
            <p:ph idx="1" type="body"/>
          </p:nvPr>
        </p:nvSpPr>
        <p:spPr>
          <a:xfrm>
            <a:off x="451568" y="1190909"/>
            <a:ext cx="4335300" cy="323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💻 Hardware Requirements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System with </a:t>
            </a: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internet connectivity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GPU support (via cloud platforms like Google Colab)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Minimum </a:t>
            </a: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8GB RAM (recommended)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🛠️ Software Requirements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Programming Language: </a:t>
            </a: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Python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Libraries: </a:t>
            </a: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TensorFlow, Keras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Platform: </a:t>
            </a: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Google Colab / Jupyter Notebook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🗂️ Dataset Requirements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Retinal fundus images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Classes: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Cataract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Diabetic Retinopathy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Glaucoma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Normal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64" name="Google Shape;2264;p2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66201" y="1270426"/>
            <a:ext cx="1373748" cy="13737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5" name="Google Shape;2265;p2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08725" y="1270425"/>
            <a:ext cx="1303550" cy="137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6" name="Google Shape;2266;p2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66200" y="2737550"/>
            <a:ext cx="2746076" cy="1767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0" name="Shape 2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1" name="Google Shape;2271;p22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Code - Importing Required Libraries</a:t>
            </a:r>
            <a:endParaRPr/>
          </a:p>
        </p:txBody>
      </p:sp>
      <p:pic>
        <p:nvPicPr>
          <p:cNvPr id="2272" name="Google Shape;2272;p220"/>
          <p:cNvPicPr preferRelativeResize="0"/>
          <p:nvPr/>
        </p:nvPicPr>
        <p:blipFill rotWithShape="1">
          <a:blip r:embed="rId3">
            <a:alphaModFix/>
          </a:blip>
          <a:srcRect b="0" l="0" r="43039" t="0"/>
          <a:stretch/>
        </p:blipFill>
        <p:spPr>
          <a:xfrm>
            <a:off x="451887" y="1496850"/>
            <a:ext cx="8240225" cy="193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6" name="Shape 2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7" name="Google Shape;2277;p22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Code - Loading Dataset</a:t>
            </a:r>
            <a:endParaRPr/>
          </a:p>
        </p:txBody>
      </p:sp>
      <p:pic>
        <p:nvPicPr>
          <p:cNvPr id="2278" name="Google Shape;2278;p221"/>
          <p:cNvPicPr preferRelativeResize="0"/>
          <p:nvPr/>
        </p:nvPicPr>
        <p:blipFill rotWithShape="1">
          <a:blip r:embed="rId3">
            <a:alphaModFix/>
          </a:blip>
          <a:srcRect b="0" l="0" r="44730" t="0"/>
          <a:stretch/>
        </p:blipFill>
        <p:spPr>
          <a:xfrm>
            <a:off x="2104750" y="1056250"/>
            <a:ext cx="4934502" cy="3487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2" name="Shape 2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3" name="Google Shape;2283;p22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Code - Residual Autoencoder</a:t>
            </a:r>
            <a:endParaRPr/>
          </a:p>
        </p:txBody>
      </p:sp>
      <p:pic>
        <p:nvPicPr>
          <p:cNvPr id="2284" name="Google Shape;2284;p222"/>
          <p:cNvPicPr preferRelativeResize="0"/>
          <p:nvPr/>
        </p:nvPicPr>
        <p:blipFill rotWithShape="1">
          <a:blip r:embed="rId3">
            <a:alphaModFix/>
          </a:blip>
          <a:srcRect b="0" l="0" r="44601" t="11253"/>
          <a:stretch/>
        </p:blipFill>
        <p:spPr>
          <a:xfrm>
            <a:off x="899475" y="1338700"/>
            <a:ext cx="7036851" cy="246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8" name="Shape 2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9" name="Google Shape;2289;p22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Code - Training Autoencoder</a:t>
            </a:r>
            <a:endParaRPr/>
          </a:p>
        </p:txBody>
      </p:sp>
      <p:pic>
        <p:nvPicPr>
          <p:cNvPr id="2290" name="Google Shape;2290;p223"/>
          <p:cNvPicPr preferRelativeResize="0"/>
          <p:nvPr/>
        </p:nvPicPr>
        <p:blipFill rotWithShape="1">
          <a:blip r:embed="rId3">
            <a:alphaModFix/>
          </a:blip>
          <a:srcRect b="0" l="0" r="50495" t="0"/>
          <a:stretch/>
        </p:blipFill>
        <p:spPr>
          <a:xfrm>
            <a:off x="1802275" y="1199650"/>
            <a:ext cx="5152276" cy="274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4" name="Shape 2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5" name="Google Shape;2295;p224"/>
          <p:cNvSpPr txBox="1"/>
          <p:nvPr>
            <p:ph type="title"/>
          </p:nvPr>
        </p:nvSpPr>
        <p:spPr>
          <a:xfrm>
            <a:off x="371575" y="445025"/>
            <a:ext cx="8373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Code - Final Model (Autoencoder + ResNet50)</a:t>
            </a:r>
            <a:endParaRPr/>
          </a:p>
        </p:txBody>
      </p:sp>
      <p:pic>
        <p:nvPicPr>
          <p:cNvPr id="2296" name="Google Shape;2296;p224"/>
          <p:cNvPicPr preferRelativeResize="0"/>
          <p:nvPr/>
        </p:nvPicPr>
        <p:blipFill rotWithShape="1">
          <a:blip r:embed="rId3">
            <a:alphaModFix/>
          </a:blip>
          <a:srcRect b="0" l="0" r="25004" t="0"/>
          <a:stretch/>
        </p:blipFill>
        <p:spPr>
          <a:xfrm>
            <a:off x="1311350" y="1557550"/>
            <a:ext cx="6744801" cy="2924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0" name="Shape 2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1" name="Google Shape;2301;p22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Code - Train Classifier</a:t>
            </a:r>
            <a:endParaRPr/>
          </a:p>
        </p:txBody>
      </p:sp>
      <p:pic>
        <p:nvPicPr>
          <p:cNvPr id="2302" name="Google Shape;2302;p225"/>
          <p:cNvPicPr preferRelativeResize="0"/>
          <p:nvPr/>
        </p:nvPicPr>
        <p:blipFill rotWithShape="1">
          <a:blip r:embed="rId3">
            <a:alphaModFix/>
          </a:blip>
          <a:srcRect b="0" l="0" r="53133" t="7587"/>
          <a:stretch/>
        </p:blipFill>
        <p:spPr>
          <a:xfrm>
            <a:off x="921175" y="1502463"/>
            <a:ext cx="7502828" cy="1423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6" name="Shape 2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7" name="Google Shape;2307;p22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Code - Evaluate Model</a:t>
            </a:r>
            <a:endParaRPr/>
          </a:p>
        </p:txBody>
      </p:sp>
      <p:pic>
        <p:nvPicPr>
          <p:cNvPr id="2308" name="Google Shape;2308;p226"/>
          <p:cNvPicPr preferRelativeResize="0"/>
          <p:nvPr/>
        </p:nvPicPr>
        <p:blipFill rotWithShape="1">
          <a:blip r:embed="rId3">
            <a:alphaModFix/>
          </a:blip>
          <a:srcRect b="0" l="0" r="46981" t="0"/>
          <a:stretch/>
        </p:blipFill>
        <p:spPr>
          <a:xfrm>
            <a:off x="841750" y="1200800"/>
            <a:ext cx="7626327" cy="2254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2" name="Shape 2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3" name="Google Shape;2313;p22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Code - Plot Training Curves</a:t>
            </a:r>
            <a:endParaRPr/>
          </a:p>
        </p:txBody>
      </p:sp>
      <p:pic>
        <p:nvPicPr>
          <p:cNvPr id="2314" name="Google Shape;2314;p227"/>
          <p:cNvPicPr preferRelativeResize="0"/>
          <p:nvPr/>
        </p:nvPicPr>
        <p:blipFill rotWithShape="1">
          <a:blip r:embed="rId3">
            <a:alphaModFix/>
          </a:blip>
          <a:srcRect b="0" l="0" r="61472" t="0"/>
          <a:stretch/>
        </p:blipFill>
        <p:spPr>
          <a:xfrm>
            <a:off x="2197875" y="1111800"/>
            <a:ext cx="4890752" cy="3390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8" name="Shape 2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9" name="Google Shape;2319;p22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Code - Additional Metrics</a:t>
            </a:r>
            <a:endParaRPr/>
          </a:p>
        </p:txBody>
      </p:sp>
      <p:pic>
        <p:nvPicPr>
          <p:cNvPr id="2320" name="Google Shape;2320;p228"/>
          <p:cNvPicPr preferRelativeResize="0"/>
          <p:nvPr/>
        </p:nvPicPr>
        <p:blipFill rotWithShape="1">
          <a:blip r:embed="rId3">
            <a:alphaModFix/>
          </a:blip>
          <a:srcRect b="0" l="0" r="45088" t="0"/>
          <a:stretch/>
        </p:blipFill>
        <p:spPr>
          <a:xfrm>
            <a:off x="1543187" y="1017725"/>
            <a:ext cx="6057626" cy="3237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4" name="Shape 2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5" name="Google Shape;2325;p22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Code - Confusion Matrix</a:t>
            </a:r>
            <a:endParaRPr/>
          </a:p>
        </p:txBody>
      </p:sp>
      <p:pic>
        <p:nvPicPr>
          <p:cNvPr id="2326" name="Google Shape;2326;p229"/>
          <p:cNvPicPr preferRelativeResize="0"/>
          <p:nvPr/>
        </p:nvPicPr>
        <p:blipFill rotWithShape="1">
          <a:blip r:embed="rId3">
            <a:alphaModFix/>
          </a:blip>
          <a:srcRect b="0" l="0" r="52692" t="0"/>
          <a:stretch/>
        </p:blipFill>
        <p:spPr>
          <a:xfrm>
            <a:off x="1686868" y="1234675"/>
            <a:ext cx="5770276" cy="267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0" name="Shape 2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1" name="Google Shape;2331;p23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Results</a:t>
            </a:r>
            <a:endParaRPr/>
          </a:p>
        </p:txBody>
      </p:sp>
      <p:graphicFrame>
        <p:nvGraphicFramePr>
          <p:cNvPr id="2332" name="Google Shape;2332;p230"/>
          <p:cNvGraphicFramePr/>
          <p:nvPr/>
        </p:nvGraphicFramePr>
        <p:xfrm>
          <a:off x="808135" y="164983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{D39DEF24-82CC-4DB3-9029-414D3938314F}</a:tableStyleId>
              </a:tblPr>
              <a:tblGrid>
                <a:gridCol w="1078350"/>
                <a:gridCol w="1209400"/>
                <a:gridCol w="1160250"/>
                <a:gridCol w="988250"/>
                <a:gridCol w="1078350"/>
                <a:gridCol w="1070150"/>
                <a:gridCol w="9637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/>
                        <a:t>Disease</a:t>
                      </a:r>
                      <a:endParaRPr b="1"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/>
                        <a:t>Class</a:t>
                      </a:r>
                      <a:endParaRPr b="1"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/>
                        <a:t>Precision</a:t>
                      </a:r>
                      <a:endParaRPr b="1"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/>
                        <a:t>Recall</a:t>
                      </a:r>
                      <a:endParaRPr b="1"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/>
                        <a:t>F1-score</a:t>
                      </a:r>
                      <a:endParaRPr b="1"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/>
                        <a:t>Train Acc (%)</a:t>
                      </a:r>
                      <a:endParaRPr b="1"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/>
                        <a:t>Test Acc (%)</a:t>
                      </a:r>
                      <a:endParaRPr b="1"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Cataract v/s Normal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Normal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Cataract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0.990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0.974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0.975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0.989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0.982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0.982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97.62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98.25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Diabetic Retinopathy v/s Normal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Normal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Diabetic Retinopathy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0.970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0.974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0.975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0.969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0.973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0.971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99.37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97.25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Glaucoma v/s Normal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Normal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Glaucoma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0.960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0.855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0.843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0.964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0.898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0.906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90.25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90.25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333" name="Google Shape;2333;p230"/>
          <p:cNvSpPr txBox="1"/>
          <p:nvPr/>
        </p:nvSpPr>
        <p:spPr>
          <a:xfrm>
            <a:off x="808125" y="1065250"/>
            <a:ext cx="3142500" cy="4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Binary Classification Results</a:t>
            </a:r>
            <a:endParaRPr b="1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7" name="Shape 2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8" name="Google Shape;2338;p23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Results</a:t>
            </a:r>
            <a:endParaRPr/>
          </a:p>
        </p:txBody>
      </p:sp>
      <p:sp>
        <p:nvSpPr>
          <p:cNvPr id="2339" name="Google Shape;2339;p231"/>
          <p:cNvSpPr txBox="1"/>
          <p:nvPr/>
        </p:nvSpPr>
        <p:spPr>
          <a:xfrm>
            <a:off x="2400506" y="4169376"/>
            <a:ext cx="1929600" cy="4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5C5C5F"/>
                </a:solidFill>
                <a:latin typeface="Mulish"/>
                <a:ea typeface="Mulish"/>
                <a:cs typeface="Mulish"/>
                <a:sym typeface="Mulish"/>
              </a:rPr>
              <a:t>Accuracy Plot</a:t>
            </a:r>
            <a:endParaRPr b="1">
              <a:solidFill>
                <a:srgbClr val="5C5C5F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2340" name="Google Shape;2340;p231"/>
          <p:cNvSpPr txBox="1"/>
          <p:nvPr/>
        </p:nvSpPr>
        <p:spPr>
          <a:xfrm>
            <a:off x="6272528" y="4187180"/>
            <a:ext cx="1929600" cy="4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5C5C5F"/>
                </a:solidFill>
                <a:latin typeface="Mulish"/>
                <a:ea typeface="Mulish"/>
                <a:cs typeface="Mulish"/>
                <a:sym typeface="Mulish"/>
              </a:rPr>
              <a:t>Confusion Matrix</a:t>
            </a:r>
            <a:endParaRPr b="1">
              <a:solidFill>
                <a:srgbClr val="5C5C5F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pic>
        <p:nvPicPr>
          <p:cNvPr id="2341" name="Google Shape;2341;p2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0075" y="1708801"/>
            <a:ext cx="4820975" cy="224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2" name="Google Shape;2342;p2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64213" y="1653375"/>
            <a:ext cx="2746201" cy="25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43" name="Google Shape;2343;p231"/>
          <p:cNvSpPr txBox="1"/>
          <p:nvPr/>
        </p:nvSpPr>
        <p:spPr>
          <a:xfrm>
            <a:off x="937650" y="1234875"/>
            <a:ext cx="3810000" cy="4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Binary Classification - Cataract vs Normal</a:t>
            </a:r>
            <a:endParaRPr b="1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7" name="Shape 2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8" name="Google Shape;2348;p23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Results</a:t>
            </a:r>
            <a:endParaRPr/>
          </a:p>
        </p:txBody>
      </p:sp>
      <p:sp>
        <p:nvSpPr>
          <p:cNvPr id="2349" name="Google Shape;2349;p232"/>
          <p:cNvSpPr txBox="1"/>
          <p:nvPr/>
        </p:nvSpPr>
        <p:spPr>
          <a:xfrm>
            <a:off x="2400506" y="4169376"/>
            <a:ext cx="1929600" cy="4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5C5C5F"/>
                </a:solidFill>
                <a:latin typeface="Mulish"/>
                <a:ea typeface="Mulish"/>
                <a:cs typeface="Mulish"/>
                <a:sym typeface="Mulish"/>
              </a:rPr>
              <a:t>Accuracy Plot</a:t>
            </a:r>
            <a:endParaRPr b="1">
              <a:solidFill>
                <a:srgbClr val="5C5C5F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2350" name="Google Shape;2350;p232"/>
          <p:cNvSpPr txBox="1"/>
          <p:nvPr/>
        </p:nvSpPr>
        <p:spPr>
          <a:xfrm>
            <a:off x="6272528" y="4187180"/>
            <a:ext cx="1929600" cy="4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5C5C5F"/>
                </a:solidFill>
                <a:latin typeface="Mulish"/>
                <a:ea typeface="Mulish"/>
                <a:cs typeface="Mulish"/>
                <a:sym typeface="Mulish"/>
              </a:rPr>
              <a:t>Confusion Matrix</a:t>
            </a:r>
            <a:endParaRPr b="1">
              <a:solidFill>
                <a:srgbClr val="5C5C5F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pic>
        <p:nvPicPr>
          <p:cNvPr id="2351" name="Google Shape;2351;p2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775" y="1728712"/>
            <a:ext cx="5215650" cy="242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2" name="Google Shape;2352;p2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19682" y="1826688"/>
            <a:ext cx="2435288" cy="2231150"/>
          </a:xfrm>
          <a:prstGeom prst="rect">
            <a:avLst/>
          </a:prstGeom>
          <a:noFill/>
          <a:ln>
            <a:noFill/>
          </a:ln>
        </p:spPr>
      </p:pic>
      <p:sp>
        <p:nvSpPr>
          <p:cNvPr id="2353" name="Google Shape;2353;p232"/>
          <p:cNvSpPr txBox="1"/>
          <p:nvPr/>
        </p:nvSpPr>
        <p:spPr>
          <a:xfrm>
            <a:off x="720000" y="1199570"/>
            <a:ext cx="4833600" cy="4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Binary Classification - Diabetic Retinopathy vs Normal</a:t>
            </a:r>
            <a:endParaRPr b="1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7" name="Shape 2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8" name="Google Shape;2358;p23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Results</a:t>
            </a:r>
            <a:endParaRPr/>
          </a:p>
        </p:txBody>
      </p:sp>
      <p:sp>
        <p:nvSpPr>
          <p:cNvPr id="2359" name="Google Shape;2359;p233"/>
          <p:cNvSpPr txBox="1"/>
          <p:nvPr/>
        </p:nvSpPr>
        <p:spPr>
          <a:xfrm>
            <a:off x="2400506" y="4169376"/>
            <a:ext cx="1929600" cy="4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5C5C5F"/>
                </a:solidFill>
                <a:latin typeface="Mulish"/>
                <a:ea typeface="Mulish"/>
                <a:cs typeface="Mulish"/>
                <a:sym typeface="Mulish"/>
              </a:rPr>
              <a:t>Accuracy Plot</a:t>
            </a:r>
            <a:endParaRPr b="1">
              <a:solidFill>
                <a:srgbClr val="5C5C5F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2360" name="Google Shape;2360;p233"/>
          <p:cNvSpPr txBox="1"/>
          <p:nvPr/>
        </p:nvSpPr>
        <p:spPr>
          <a:xfrm>
            <a:off x="6272528" y="4187180"/>
            <a:ext cx="1929600" cy="4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5C5C5F"/>
                </a:solidFill>
                <a:latin typeface="Mulish"/>
                <a:ea typeface="Mulish"/>
                <a:cs typeface="Mulish"/>
                <a:sym typeface="Mulish"/>
              </a:rPr>
              <a:t>Confusion Matrixc</a:t>
            </a:r>
            <a:endParaRPr b="1">
              <a:solidFill>
                <a:srgbClr val="5C5C5F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pic>
        <p:nvPicPr>
          <p:cNvPr id="2361" name="Google Shape;2361;p2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3950" y="1715100"/>
            <a:ext cx="4907499" cy="228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2" name="Google Shape;2362;p2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91325" y="1637500"/>
            <a:ext cx="2577325" cy="2361275"/>
          </a:xfrm>
          <a:prstGeom prst="rect">
            <a:avLst/>
          </a:prstGeom>
          <a:noFill/>
          <a:ln>
            <a:noFill/>
          </a:ln>
        </p:spPr>
      </p:pic>
      <p:sp>
        <p:nvSpPr>
          <p:cNvPr id="2363" name="Google Shape;2363;p233"/>
          <p:cNvSpPr txBox="1"/>
          <p:nvPr/>
        </p:nvSpPr>
        <p:spPr>
          <a:xfrm>
            <a:off x="720000" y="1219000"/>
            <a:ext cx="4353000" cy="4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Binary Classification - Glaucoma vs Normal</a:t>
            </a:r>
            <a:endParaRPr b="1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7" name="Shape 2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8" name="Google Shape;2368;p23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Results</a:t>
            </a:r>
            <a:endParaRPr/>
          </a:p>
        </p:txBody>
      </p:sp>
      <p:graphicFrame>
        <p:nvGraphicFramePr>
          <p:cNvPr id="2369" name="Google Shape;2369;p234"/>
          <p:cNvGraphicFramePr/>
          <p:nvPr/>
        </p:nvGraphicFramePr>
        <p:xfrm>
          <a:off x="518325" y="15751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{D39DEF24-82CC-4DB3-9029-414D3938314F}</a:tableStyleId>
              </a:tblPr>
              <a:tblGrid>
                <a:gridCol w="1953425"/>
                <a:gridCol w="1233975"/>
                <a:gridCol w="1191775"/>
                <a:gridCol w="1364375"/>
                <a:gridCol w="1356325"/>
                <a:gridCol w="1109675"/>
              </a:tblGrid>
              <a:tr h="100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Class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Precision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Recall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F1-score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Train Acc (%)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Test Acc (%)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Cataract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Diabetic Retinopathy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Glaucoma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Normal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0.96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0.99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0.81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0.89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0.91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0.96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0.90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0.87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0.94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0.98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0.85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0.88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93.00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91.00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370" name="Google Shape;2370;p234"/>
          <p:cNvSpPr txBox="1"/>
          <p:nvPr/>
        </p:nvSpPr>
        <p:spPr>
          <a:xfrm>
            <a:off x="518325" y="3342675"/>
            <a:ext cx="6163500" cy="2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rgbClr val="5C5C5F"/>
                </a:solidFill>
                <a:latin typeface="Calibri"/>
                <a:ea typeface="Calibri"/>
                <a:cs typeface="Calibri"/>
                <a:sym typeface="Calibri"/>
              </a:rPr>
              <a:t>Note :</a:t>
            </a:r>
            <a:r>
              <a:rPr lang="en-GB" sz="1300">
                <a:solidFill>
                  <a:srgbClr val="5C5C5F"/>
                </a:solidFill>
                <a:latin typeface="Calibri"/>
                <a:ea typeface="Calibri"/>
                <a:cs typeface="Calibri"/>
                <a:sym typeface="Calibri"/>
              </a:rPr>
              <a:t> The comparatively lower glaucoma classification performance may be due to feature overlap between glaucoma and normal retinal images, which makes them harder to distinguish.</a:t>
            </a:r>
            <a:endParaRPr sz="1300">
              <a:solidFill>
                <a:srgbClr val="5C5C5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1" name="Google Shape;2371;p234"/>
          <p:cNvSpPr txBox="1"/>
          <p:nvPr/>
        </p:nvSpPr>
        <p:spPr>
          <a:xfrm>
            <a:off x="518325" y="1017725"/>
            <a:ext cx="4220400" cy="4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Multi-class Classification Results</a:t>
            </a:r>
            <a:endParaRPr b="1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5" name="Shape 2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6" name="Google Shape;2376;p23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Results</a:t>
            </a:r>
            <a:endParaRPr/>
          </a:p>
        </p:txBody>
      </p:sp>
      <p:pic>
        <p:nvPicPr>
          <p:cNvPr id="2377" name="Google Shape;2377;p2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2130" y="1561825"/>
            <a:ext cx="5487615" cy="2541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8" name="Google Shape;2378;p2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1650" y="1611763"/>
            <a:ext cx="2601875" cy="2441199"/>
          </a:xfrm>
          <a:prstGeom prst="rect">
            <a:avLst/>
          </a:prstGeom>
          <a:noFill/>
          <a:ln>
            <a:noFill/>
          </a:ln>
        </p:spPr>
      </p:pic>
      <p:sp>
        <p:nvSpPr>
          <p:cNvPr id="2379" name="Google Shape;2379;p235"/>
          <p:cNvSpPr txBox="1"/>
          <p:nvPr/>
        </p:nvSpPr>
        <p:spPr>
          <a:xfrm>
            <a:off x="2551851" y="4151576"/>
            <a:ext cx="1929600" cy="4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5C5C5F"/>
                </a:solidFill>
                <a:latin typeface="Mulish"/>
                <a:ea typeface="Mulish"/>
                <a:cs typeface="Mulish"/>
                <a:sym typeface="Mulish"/>
              </a:rPr>
              <a:t>Accuracy Plot</a:t>
            </a:r>
            <a:endParaRPr b="1">
              <a:solidFill>
                <a:srgbClr val="5C5C5F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2380" name="Google Shape;2380;p235"/>
          <p:cNvSpPr txBox="1"/>
          <p:nvPr/>
        </p:nvSpPr>
        <p:spPr>
          <a:xfrm>
            <a:off x="6717603" y="4151580"/>
            <a:ext cx="1929600" cy="4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5C5C5F"/>
                </a:solidFill>
                <a:latin typeface="Mulish"/>
                <a:ea typeface="Mulish"/>
                <a:cs typeface="Mulish"/>
                <a:sym typeface="Mulish"/>
              </a:rPr>
              <a:t>Confusion Matrix</a:t>
            </a:r>
            <a:endParaRPr b="1">
              <a:solidFill>
                <a:srgbClr val="5C5C5F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2381" name="Google Shape;2381;p235"/>
          <p:cNvSpPr txBox="1"/>
          <p:nvPr/>
        </p:nvSpPr>
        <p:spPr>
          <a:xfrm>
            <a:off x="518325" y="1017725"/>
            <a:ext cx="4220400" cy="4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Multi-class Classification</a:t>
            </a:r>
            <a:endParaRPr b="1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5" name="Shape 2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6" name="Google Shape;2386;p23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Future Scope</a:t>
            </a:r>
            <a:endParaRPr/>
          </a:p>
        </p:txBody>
      </p:sp>
      <p:sp>
        <p:nvSpPr>
          <p:cNvPr id="2387" name="Google Shape;2387;p236"/>
          <p:cNvSpPr txBox="1"/>
          <p:nvPr>
            <p:ph idx="1" type="body"/>
          </p:nvPr>
        </p:nvSpPr>
        <p:spPr>
          <a:xfrm>
            <a:off x="832475" y="1111850"/>
            <a:ext cx="4443900" cy="323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Extend the model to detect </a:t>
            </a: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additional eye diseases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beyond current classes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 </a:t>
            </a: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larger and more diverse datasets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to improve generalization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Implement </a:t>
            </a: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real-time deployment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 clinical and mobile applications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Fine-tune pretrained models for </a:t>
            </a: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further accuracy improvement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Integrate </a:t>
            </a: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attention mechanisms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for better feature learning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Develop a </a:t>
            </a: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user-friendly interface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for practical usage by healthcare professionals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Apply the system in </a:t>
            </a: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remote and rural healthcare screening programs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88" name="Google Shape;2388;p2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69850" y="1752863"/>
            <a:ext cx="2558577" cy="1637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2" name="Shape 2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3" name="Google Shape;2393;p23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Conclusion</a:t>
            </a:r>
            <a:endParaRPr/>
          </a:p>
        </p:txBody>
      </p:sp>
      <p:sp>
        <p:nvSpPr>
          <p:cNvPr id="2394" name="Google Shape;2394;p237"/>
          <p:cNvSpPr txBox="1"/>
          <p:nvPr>
            <p:ph idx="1" type="body"/>
          </p:nvPr>
        </p:nvSpPr>
        <p:spPr>
          <a:xfrm>
            <a:off x="720000" y="1215750"/>
            <a:ext cx="5335500" cy="323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Proposed a </a:t>
            </a: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hybrid Autoencoder–ResNet50 framework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for eye disease classification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Residual autoencoder effectively </a:t>
            </a: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reduced noise while preserving important features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ResNet50 enabled </a:t>
            </a: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robust deep feature extraction and accurate classification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Achieved </a:t>
            </a: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high accuracy in both binary and multi-class classification tasks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Demonstrated improved performance compared to </a:t>
            </a: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traditional and standalone models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System shows strong potential for </a:t>
            </a: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real-world automated eye disease detection</a:t>
            </a:r>
            <a:endParaRPr/>
          </a:p>
        </p:txBody>
      </p:sp>
      <p:pic>
        <p:nvPicPr>
          <p:cNvPr id="2395" name="Google Shape;2395;p2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90100" y="1680550"/>
            <a:ext cx="2005350" cy="200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9" name="Shape 2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0" name="Google Shape;2400;p23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Demo</a:t>
            </a:r>
            <a:endParaRPr/>
          </a:p>
        </p:txBody>
      </p:sp>
      <p:sp>
        <p:nvSpPr>
          <p:cNvPr id="2401" name="Google Shape;2401;p238"/>
          <p:cNvSpPr txBox="1"/>
          <p:nvPr>
            <p:ph idx="1" type="body"/>
          </p:nvPr>
        </p:nvSpPr>
        <p:spPr>
          <a:xfrm>
            <a:off x="720000" y="1215750"/>
            <a:ext cx="7704000" cy="323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02" name="Google Shape;2402;p238" title="Advanced ResNet50 - Autoencoder Framework for Multi - Class Eye Disease Classification Working Model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03306" y="1148300"/>
            <a:ext cx="5642739" cy="3367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6" name="Shape 2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7" name="Google Shape;2407;p239"/>
          <p:cNvSpPr txBox="1"/>
          <p:nvPr>
            <p:ph type="title"/>
          </p:nvPr>
        </p:nvSpPr>
        <p:spPr>
          <a:xfrm>
            <a:off x="844625" y="19049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200"/>
              <a:t>Thank You</a:t>
            </a:r>
            <a:endParaRPr sz="5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Elegant Bachelor Thesis by Slidesgo">
  <a:themeElements>
    <a:clrScheme name="Simple Light">
      <a:dk1>
        <a:srgbClr val="5C5C5F"/>
      </a:dk1>
      <a:lt1>
        <a:srgbClr val="CFDEE7"/>
      </a:lt1>
      <a:dk2>
        <a:srgbClr val="809FAF"/>
      </a:dk2>
      <a:lt2>
        <a:srgbClr val="FAFAFA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3333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Elegant Bachelor Thesis by Slidesgo">
  <a:themeElements>
    <a:clrScheme name="Simple Light">
      <a:dk1>
        <a:srgbClr val="5C5C5F"/>
      </a:dk1>
      <a:lt1>
        <a:srgbClr val="CFDEE7"/>
      </a:lt1>
      <a:dk2>
        <a:srgbClr val="809FAF"/>
      </a:dk2>
      <a:lt2>
        <a:srgbClr val="FAFAFA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3333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Elegant Bachelor Thesis by Slidesgo">
  <a:themeElements>
    <a:clrScheme name="Simple Light">
      <a:dk1>
        <a:srgbClr val="5C5C5F"/>
      </a:dk1>
      <a:lt1>
        <a:srgbClr val="CFDEE7"/>
      </a:lt1>
      <a:dk2>
        <a:srgbClr val="809FAF"/>
      </a:dk2>
      <a:lt2>
        <a:srgbClr val="FAFAFA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3333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Elegant Bachelor Thesis by Slidesgo">
  <a:themeElements>
    <a:clrScheme name="Simple Light">
      <a:dk1>
        <a:srgbClr val="5C5C5F"/>
      </a:dk1>
      <a:lt1>
        <a:srgbClr val="CFDEE7"/>
      </a:lt1>
      <a:dk2>
        <a:srgbClr val="809FAF"/>
      </a:dk2>
      <a:lt2>
        <a:srgbClr val="FAFAFA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3333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Elegant Bachelor Thesis by Slidesgo">
  <a:themeElements>
    <a:clrScheme name="Simple Light">
      <a:dk1>
        <a:srgbClr val="5C5C5F"/>
      </a:dk1>
      <a:lt1>
        <a:srgbClr val="CFDEE7"/>
      </a:lt1>
      <a:dk2>
        <a:srgbClr val="809FAF"/>
      </a:dk2>
      <a:lt2>
        <a:srgbClr val="FAFAFA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3333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Elegant Bachelor Thesis by Slidesgo">
  <a:themeElements>
    <a:clrScheme name="Simple Light">
      <a:dk1>
        <a:srgbClr val="5C5C5F"/>
      </a:dk1>
      <a:lt1>
        <a:srgbClr val="CFDEE7"/>
      </a:lt1>
      <a:dk2>
        <a:srgbClr val="809FAF"/>
      </a:dk2>
      <a:lt2>
        <a:srgbClr val="FAFAFA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3333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Elegant Bachelor Thesis by Slidesgo">
  <a:themeElements>
    <a:clrScheme name="Simple Light">
      <a:dk1>
        <a:srgbClr val="5C5C5F"/>
      </a:dk1>
      <a:lt1>
        <a:srgbClr val="CFDEE7"/>
      </a:lt1>
      <a:dk2>
        <a:srgbClr val="809FAF"/>
      </a:dk2>
      <a:lt2>
        <a:srgbClr val="FAFAFA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3333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Elegant Bachelor Thesis by Slidesgo">
  <a:themeElements>
    <a:clrScheme name="Simple Light">
      <a:dk1>
        <a:srgbClr val="5C5C5F"/>
      </a:dk1>
      <a:lt1>
        <a:srgbClr val="CFDEE7"/>
      </a:lt1>
      <a:dk2>
        <a:srgbClr val="809FAF"/>
      </a:dk2>
      <a:lt2>
        <a:srgbClr val="FAFAFA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3333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