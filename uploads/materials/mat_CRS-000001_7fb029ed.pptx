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A6CE44-E9B3-4AB7-A23F-E28DE57863C9}" v="2" dt="2025-02-04T11:07:01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na Pappireddy" userId="a06b5419-4d62-468c-bf51-8a7462837c92" providerId="ADAL" clId="{8CA6CE44-E9B3-4AB7-A23F-E28DE57863C9}"/>
    <pc:docChg chg="undo custSel addSld delSld modSld">
      <pc:chgData name="Bhavana Pappireddy" userId="a06b5419-4d62-468c-bf51-8a7462837c92" providerId="ADAL" clId="{8CA6CE44-E9B3-4AB7-A23F-E28DE57863C9}" dt="2025-02-04T11:11:03.387" v="28" actId="207"/>
      <pc:docMkLst>
        <pc:docMk/>
      </pc:docMkLst>
      <pc:sldChg chg="add del">
        <pc:chgData name="Bhavana Pappireddy" userId="a06b5419-4d62-468c-bf51-8a7462837c92" providerId="ADAL" clId="{8CA6CE44-E9B3-4AB7-A23F-E28DE57863C9}" dt="2025-02-04T11:07:13.505" v="2" actId="2696"/>
        <pc:sldMkLst>
          <pc:docMk/>
          <pc:sldMk cId="2082165336" sldId="3163"/>
        </pc:sldMkLst>
      </pc:sldChg>
      <pc:sldChg chg="modSp add mod">
        <pc:chgData name="Bhavana Pappireddy" userId="a06b5419-4d62-468c-bf51-8a7462837c92" providerId="ADAL" clId="{8CA6CE44-E9B3-4AB7-A23F-E28DE57863C9}" dt="2025-02-04T11:11:03.387" v="28" actId="207"/>
        <pc:sldMkLst>
          <pc:docMk/>
          <pc:sldMk cId="1622309640" sldId="3164"/>
        </pc:sldMkLst>
        <pc:spChg chg="mod">
          <ac:chgData name="Bhavana Pappireddy" userId="a06b5419-4d62-468c-bf51-8a7462837c92" providerId="ADAL" clId="{8CA6CE44-E9B3-4AB7-A23F-E28DE57863C9}" dt="2025-02-04T11:10:08.015" v="25" actId="2711"/>
          <ac:spMkLst>
            <pc:docMk/>
            <pc:sldMk cId="1622309640" sldId="3164"/>
            <ac:spMk id="2" creationId="{14E6C806-3C52-415C-94F6-A6497C4A9808}"/>
          </ac:spMkLst>
        </pc:spChg>
        <pc:spChg chg="mod">
          <ac:chgData name="Bhavana Pappireddy" userId="a06b5419-4d62-468c-bf51-8a7462837c92" providerId="ADAL" clId="{8CA6CE44-E9B3-4AB7-A23F-E28DE57863C9}" dt="2025-02-04T11:11:03.387" v="28" actId="207"/>
          <ac:spMkLst>
            <pc:docMk/>
            <pc:sldMk cId="1622309640" sldId="3164"/>
            <ac:spMk id="4" creationId="{30D17D58-F8CB-4874-AAE4-9F8D6C7717C6}"/>
          </ac:spMkLst>
        </pc:spChg>
        <pc:spChg chg="mod">
          <ac:chgData name="Bhavana Pappireddy" userId="a06b5419-4d62-468c-bf51-8a7462837c92" providerId="ADAL" clId="{8CA6CE44-E9B3-4AB7-A23F-E28DE57863C9}" dt="2025-02-04T11:08:13.589" v="19" actId="20577"/>
          <ac:spMkLst>
            <pc:docMk/>
            <pc:sldMk cId="1622309640" sldId="3164"/>
            <ac:spMk id="5" creationId="{9BAF6DD4-C305-4231-9595-AA4B146C3186}"/>
          </ac:spMkLst>
        </pc:spChg>
        <pc:spChg chg="mod">
          <ac:chgData name="Bhavana Pappireddy" userId="a06b5419-4d62-468c-bf51-8a7462837c92" providerId="ADAL" clId="{8CA6CE44-E9B3-4AB7-A23F-E28DE57863C9}" dt="2025-02-04T11:08:35.562" v="21" actId="403"/>
          <ac:spMkLst>
            <pc:docMk/>
            <pc:sldMk cId="1622309640" sldId="3164"/>
            <ac:spMk id="14" creationId="{3CC4ABB1-0722-A317-53CE-6D2A8082448E}"/>
          </ac:spMkLst>
        </pc:spChg>
        <pc:spChg chg="mod">
          <ac:chgData name="Bhavana Pappireddy" userId="a06b5419-4d62-468c-bf51-8a7462837c92" providerId="ADAL" clId="{8CA6CE44-E9B3-4AB7-A23F-E28DE57863C9}" dt="2025-02-04T11:10:44.574" v="26" actId="207"/>
          <ac:spMkLst>
            <pc:docMk/>
            <pc:sldMk cId="1622309640" sldId="3164"/>
            <ac:spMk id="15" creationId="{E137BA58-6531-4261-8586-FDC4CAC343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CAD3-EF6D-D7E7-C205-BDC0F7C98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96B75-50DF-95B0-57EA-196A21952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8F0CF-F86D-A6C2-92FE-9C55E287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115C5-6979-80DE-852B-06E9EAF1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A3458-743A-6C30-699C-53F8073F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43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C778-DFDF-15E5-6089-1031837A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C20E5-703C-6ECC-4556-C7CC84EF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45A0F-3C5F-2448-8D09-B5CA6DCA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341D4-6755-0060-2E12-018B8D91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59796-0511-A74C-6363-74C46581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7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5977-9BFA-00A3-C1A7-97424271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812E6-7D42-10D5-847B-E2A8B76EF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0F732-B928-EBE7-F376-3E177D64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7B54-4558-B6DE-3F68-7DE20471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F58F-99CC-1D58-C073-5204339D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5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FF5-9418-9697-76CA-877A419E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AAC5-77C6-3E3E-BA64-D78FE8D72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DC54D-6B45-3531-A3A5-16BCD21FE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8D01E-530E-9BAC-EA65-101C540E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F1A18-D540-5CA0-6468-B79A7470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CBA6F-B42B-DFA2-8FAF-5E48384A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71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06606-F7CC-C19C-B158-20705A3C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6F380-B561-506C-74CE-9EE47E49A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2EC1-2AA8-E757-E4D1-4B095110D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74FC2-5F31-C1D1-F497-B239BE41C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08837-B12F-9612-78F9-F75D44410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2C030-7B6E-09C1-9F81-1A4AF4C2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8B7F6-9A90-2528-A4EC-844B9242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D18F9-61F6-AFA1-6D4D-D3CFB6DB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40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1DD4-AC12-5585-9014-5BA16F59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EE9B4-46DB-C834-C8C9-E1C2292C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3B7EA-CC63-CE79-7098-BBB6DB47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3C7CD-3F2B-E174-2FA2-F2FDBB44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19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EB683-781B-6FF4-FB9B-CE1121E8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A310B-D72E-118A-E223-BE91D2D9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3C270-A971-ED0F-1A9F-CB9A4D3B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94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FAE6-49A7-1DC3-B74C-323B7E93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2AC6-559C-F041-7CD9-5BDE2557D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FAD81-F20A-41C5-63C9-ED6E463E2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04291-AFF0-14FC-8812-EC5126C4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F4E98-B611-C538-6CA6-77423CB5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9B2AB-8346-B2A0-7B80-02E56219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28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7945-9DFC-0E4C-73FE-EB335640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09E1C-4112-B1A3-C81E-8EBF57154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8ED01-3D7D-9ACD-5341-607FD1B67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B452D-3ACA-23A7-82E1-16CDB03C2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FF500-598E-A94C-868A-219DA3F9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D3BBE-6432-F8F0-48EC-310F75AD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75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2471-DF4B-7914-8483-FA1DE6BD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4842B-0F75-A0AD-8A6D-D00D4E149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01390-E6BB-9BD2-0889-202D627B2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726DE-6B02-8F5E-2188-FB22C0AF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AB68E-18A6-C55E-F32D-9CC72787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2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9DC8E-8631-DF71-27C4-55F26692F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FD684-C9B5-0B85-63B6-EE7D6D83A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B5964-8AB3-70D8-4903-09700DAB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ED4AB-834F-E45D-AA23-D26C99D8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E7500-B1D0-BF32-0863-8D067C99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37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36CB0-8D4B-8903-0842-BAF35AA2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81DBD-B89E-3582-CBB9-B747B8D7C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C0586-7C3A-2C3F-E765-4280A0DB2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8BCFB-3D41-4A65-C96E-C2B115204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14A80-3E15-6AC8-FDCE-1B21A9594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56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C806-3C52-415C-94F6-A6497C4A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188" y="146182"/>
            <a:ext cx="10515600" cy="1325563"/>
          </a:xfrm>
        </p:spPr>
        <p:txBody>
          <a:bodyPr/>
          <a:lstStyle/>
          <a:p>
            <a:r>
              <a:rPr lang="en-IN" sz="4000" b="1" dirty="0">
                <a:latin typeface="Georgia" panose="02040502050405020303" pitchFamily="18" charset="0"/>
              </a:rPr>
              <a:t>Solution Presentation Template 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17D58-F8CB-4874-AAE4-9F8D6C7717C6}"/>
              </a:ext>
            </a:extLst>
          </p:cNvPr>
          <p:cNvSpPr/>
          <p:nvPr/>
        </p:nvSpPr>
        <p:spPr>
          <a:xfrm>
            <a:off x="563190" y="947793"/>
            <a:ext cx="2639962" cy="453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IN" sz="1400" b="1" dirty="0"/>
              <a:t>AREAS TO BE COVERED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F6DD4-C305-4231-9595-AA4B146C3186}"/>
              </a:ext>
            </a:extLst>
          </p:cNvPr>
          <p:cNvSpPr/>
          <p:nvPr/>
        </p:nvSpPr>
        <p:spPr>
          <a:xfrm>
            <a:off x="946646" y="1490181"/>
            <a:ext cx="2256505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1300" b="1" dirty="0">
                <a:solidFill>
                  <a:sysClr val="windowText" lastClr="000000"/>
                </a:solidFill>
              </a:rPr>
              <a:t>BUSINESS NEED/ OPPORTUNITY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650E7-1727-4C4F-A024-5E882CFC7604}"/>
              </a:ext>
            </a:extLst>
          </p:cNvPr>
          <p:cNvSpPr/>
          <p:nvPr/>
        </p:nvSpPr>
        <p:spPr>
          <a:xfrm>
            <a:off x="563190" y="2436055"/>
            <a:ext cx="2639962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5113" algn="ctr"/>
            <a:r>
              <a:rPr lang="en-IN" sz="1300" b="1" dirty="0">
                <a:solidFill>
                  <a:sysClr val="windowText" lastClr="000000"/>
                </a:solidFill>
              </a:rPr>
              <a:t>TARGET SEGMENT/ MARKET SIZE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B14658-B191-4BF6-8F3B-37FE1F792F94}"/>
              </a:ext>
            </a:extLst>
          </p:cNvPr>
          <p:cNvSpPr/>
          <p:nvPr/>
        </p:nvSpPr>
        <p:spPr>
          <a:xfrm>
            <a:off x="563188" y="4152487"/>
            <a:ext cx="2639962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5113" algn="ctr"/>
            <a:r>
              <a:rPr lang="en-IN" sz="1300" b="1" dirty="0">
                <a:solidFill>
                  <a:sysClr val="windowText" lastClr="000000"/>
                </a:solidFill>
              </a:rPr>
              <a:t>SOLUTION DETAILS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437549-3334-452F-B2BA-4FC889279D45}"/>
              </a:ext>
            </a:extLst>
          </p:cNvPr>
          <p:cNvSpPr/>
          <p:nvPr/>
        </p:nvSpPr>
        <p:spPr>
          <a:xfrm>
            <a:off x="563190" y="5098361"/>
            <a:ext cx="2639962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5113" algn="ctr"/>
            <a:r>
              <a:rPr lang="en-US" sz="1300" b="1" dirty="0">
                <a:solidFill>
                  <a:sysClr val="windowText" lastClr="000000"/>
                </a:solidFill>
              </a:rPr>
              <a:t>FUTURE READINESS</a:t>
            </a:r>
            <a:endParaRPr lang="en-IN" sz="1300" b="1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3722B8-8848-4C5C-AA5B-85607142AF80}"/>
              </a:ext>
            </a:extLst>
          </p:cNvPr>
          <p:cNvSpPr/>
          <p:nvPr/>
        </p:nvSpPr>
        <p:spPr>
          <a:xfrm>
            <a:off x="563190" y="1484651"/>
            <a:ext cx="383459" cy="91440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D4894-3456-45F0-AE87-FE8563315116}"/>
              </a:ext>
            </a:extLst>
          </p:cNvPr>
          <p:cNvSpPr/>
          <p:nvPr/>
        </p:nvSpPr>
        <p:spPr>
          <a:xfrm>
            <a:off x="563190" y="2430525"/>
            <a:ext cx="383459" cy="91440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25C2B-76C5-485C-83EB-3E54B924D9F2}"/>
              </a:ext>
            </a:extLst>
          </p:cNvPr>
          <p:cNvSpPr/>
          <p:nvPr/>
        </p:nvSpPr>
        <p:spPr>
          <a:xfrm>
            <a:off x="563188" y="5092832"/>
            <a:ext cx="383459" cy="91440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9964B-6599-4D85-A186-DD13D547E75B}"/>
              </a:ext>
            </a:extLst>
          </p:cNvPr>
          <p:cNvSpPr/>
          <p:nvPr/>
        </p:nvSpPr>
        <p:spPr>
          <a:xfrm>
            <a:off x="563190" y="4146957"/>
            <a:ext cx="383459" cy="91440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37BA58-6531-4261-8586-FDC4CAC34370}"/>
              </a:ext>
            </a:extLst>
          </p:cNvPr>
          <p:cNvSpPr/>
          <p:nvPr/>
        </p:nvSpPr>
        <p:spPr>
          <a:xfrm>
            <a:off x="3355552" y="947793"/>
            <a:ext cx="7693742" cy="453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IN" sz="1400" b="1" dirty="0"/>
              <a:t>GUIDING QUESTIONS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9BF301-BCEE-496F-9260-CEDDB5F81C9D}"/>
              </a:ext>
            </a:extLst>
          </p:cNvPr>
          <p:cNvSpPr/>
          <p:nvPr/>
        </p:nvSpPr>
        <p:spPr>
          <a:xfrm>
            <a:off x="3355552" y="1471745"/>
            <a:ext cx="7693742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50" dirty="0">
                <a:solidFill>
                  <a:sysClr val="windowText" lastClr="000000"/>
                </a:solidFill>
              </a:rPr>
              <a:t>What is the </a:t>
            </a:r>
            <a:r>
              <a:rPr lang="en-US" sz="1050" b="1" dirty="0">
                <a:solidFill>
                  <a:sysClr val="windowText" lastClr="000000"/>
                </a:solidFill>
              </a:rPr>
              <a:t>business problem or opportunity</a:t>
            </a:r>
            <a:r>
              <a:rPr lang="en-US" sz="1050" dirty="0">
                <a:solidFill>
                  <a:sysClr val="windowText" lastClr="000000"/>
                </a:solidFill>
              </a:rPr>
              <a:t>? Describe within few sentences like an elevator pitch</a:t>
            </a:r>
          </a:p>
          <a:p>
            <a:r>
              <a:rPr lang="en-US" sz="1050" dirty="0">
                <a:solidFill>
                  <a:sysClr val="windowText" lastClr="000000"/>
                </a:solidFill>
              </a:rPr>
              <a:t>What </a:t>
            </a:r>
            <a:r>
              <a:rPr lang="en-US" sz="1050" b="1" dirty="0">
                <a:solidFill>
                  <a:sysClr val="windowText" lastClr="000000"/>
                </a:solidFill>
              </a:rPr>
              <a:t>unmet need </a:t>
            </a:r>
            <a:r>
              <a:rPr lang="en-US" sz="1050" dirty="0">
                <a:solidFill>
                  <a:sysClr val="windowText" lastClr="000000"/>
                </a:solidFill>
              </a:rPr>
              <a:t>does it serve? Why does the </a:t>
            </a:r>
            <a:r>
              <a:rPr lang="en-US" sz="1050" b="1" dirty="0">
                <a:solidFill>
                  <a:sysClr val="windowText" lastClr="000000"/>
                </a:solidFill>
              </a:rPr>
              <a:t>customer/ target segment</a:t>
            </a:r>
            <a:r>
              <a:rPr lang="en-US" sz="1050" dirty="0">
                <a:solidFill>
                  <a:sysClr val="windowText" lastClr="000000"/>
                </a:solidFill>
              </a:rPr>
              <a:t> may want this?</a:t>
            </a:r>
          </a:p>
          <a:p>
            <a:r>
              <a:rPr lang="en-US" sz="1050" b="1" dirty="0">
                <a:solidFill>
                  <a:sysClr val="windowText" lastClr="000000"/>
                </a:solidFill>
              </a:rPr>
              <a:t>Why is it important</a:t>
            </a:r>
            <a:r>
              <a:rPr lang="en-US" sz="1050" dirty="0">
                <a:solidFill>
                  <a:sysClr val="windowText" lastClr="000000"/>
                </a:solidFill>
              </a:rPr>
              <a:t> for you to address this need?</a:t>
            </a:r>
          </a:p>
          <a:p>
            <a:r>
              <a:rPr lang="en-US" sz="1050" dirty="0">
                <a:solidFill>
                  <a:sysClr val="windowText" lastClr="000000"/>
                </a:solidFill>
              </a:rPr>
              <a:t>What </a:t>
            </a:r>
            <a:r>
              <a:rPr lang="en-US" sz="1050" b="1" dirty="0">
                <a:solidFill>
                  <a:sysClr val="windowText" lastClr="000000"/>
                </a:solidFill>
              </a:rPr>
              <a:t>value</a:t>
            </a:r>
            <a:r>
              <a:rPr lang="en-US" sz="1050" dirty="0">
                <a:solidFill>
                  <a:sysClr val="windowText" lastClr="000000"/>
                </a:solidFill>
              </a:rPr>
              <a:t> will the idea/ solution create for the customer/ target segment?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65099-1ADF-4AE7-BD6E-5ECA718EC539}"/>
              </a:ext>
            </a:extLst>
          </p:cNvPr>
          <p:cNvSpPr/>
          <p:nvPr/>
        </p:nvSpPr>
        <p:spPr>
          <a:xfrm>
            <a:off x="3355552" y="2421922"/>
            <a:ext cx="7693742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50" dirty="0">
                <a:solidFill>
                  <a:sysClr val="windowText" lastClr="000000"/>
                </a:solidFill>
              </a:rPr>
              <a:t>Who is the </a:t>
            </a:r>
            <a:r>
              <a:rPr lang="en-US" sz="1050" b="1" dirty="0">
                <a:solidFill>
                  <a:sysClr val="windowText" lastClr="000000"/>
                </a:solidFill>
              </a:rPr>
              <a:t>intended customer/ target segment</a:t>
            </a:r>
            <a:r>
              <a:rPr lang="en-US" sz="1050" dirty="0">
                <a:solidFill>
                  <a:sysClr val="windowText" lastClr="000000"/>
                </a:solidFill>
              </a:rPr>
              <a:t>? Define the target segment.</a:t>
            </a:r>
          </a:p>
          <a:p>
            <a:r>
              <a:rPr lang="en-US" sz="1050" dirty="0">
                <a:solidFill>
                  <a:sysClr val="windowText" lastClr="000000"/>
                </a:solidFill>
              </a:rPr>
              <a:t>What is the </a:t>
            </a:r>
            <a:r>
              <a:rPr lang="en-US" sz="1050" b="1" dirty="0">
                <a:solidFill>
                  <a:sysClr val="windowText" lastClr="000000"/>
                </a:solidFill>
              </a:rPr>
              <a:t>market size</a:t>
            </a:r>
            <a:r>
              <a:rPr lang="en-US" sz="1050" dirty="0">
                <a:solidFill>
                  <a:sysClr val="windowText" lastClr="000000"/>
                </a:solidFill>
              </a:rPr>
              <a:t>?</a:t>
            </a:r>
          </a:p>
          <a:p>
            <a:r>
              <a:rPr lang="en-US" sz="1050" dirty="0">
                <a:solidFill>
                  <a:sysClr val="windowText" lastClr="000000"/>
                </a:solidFill>
              </a:rPr>
              <a:t>What is the </a:t>
            </a:r>
            <a:r>
              <a:rPr lang="en-US" sz="1050" b="1" dirty="0">
                <a:solidFill>
                  <a:sysClr val="windowText" lastClr="000000"/>
                </a:solidFill>
              </a:rPr>
              <a:t>market growth</a:t>
            </a:r>
            <a:r>
              <a:rPr lang="en-US" sz="1050" dirty="0">
                <a:solidFill>
                  <a:sysClr val="windowText" lastClr="000000"/>
                </a:solidFill>
              </a:rPr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69315-BB28-4554-8D56-EFEAC637E37E}"/>
              </a:ext>
            </a:extLst>
          </p:cNvPr>
          <p:cNvSpPr/>
          <p:nvPr/>
        </p:nvSpPr>
        <p:spPr>
          <a:xfrm>
            <a:off x="3355552" y="4142657"/>
            <a:ext cx="7693742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50" dirty="0">
                <a:solidFill>
                  <a:sysClr val="windowText" lastClr="000000"/>
                </a:solidFill>
              </a:rPr>
              <a:t>Explain the </a:t>
            </a:r>
            <a:r>
              <a:rPr lang="en-US" sz="1050" b="1" dirty="0">
                <a:solidFill>
                  <a:sysClr val="windowText" lastClr="000000"/>
                </a:solidFill>
              </a:rPr>
              <a:t>solution idea</a:t>
            </a:r>
            <a:r>
              <a:rPr lang="en-US" sz="1050" dirty="0">
                <a:solidFill>
                  <a:sysClr val="windowText" lastClr="000000"/>
                </a:solidFill>
              </a:rPr>
              <a:t>. </a:t>
            </a:r>
          </a:p>
          <a:p>
            <a:r>
              <a:rPr lang="en-US" sz="1050" dirty="0">
                <a:solidFill>
                  <a:sysClr val="windowText" lastClr="000000"/>
                </a:solidFill>
              </a:rPr>
              <a:t>What are the key differentiators of your solution (</a:t>
            </a:r>
            <a:r>
              <a:rPr lang="en-US" sz="1050" b="1" dirty="0">
                <a:solidFill>
                  <a:sysClr val="windowText" lastClr="000000"/>
                </a:solidFill>
              </a:rPr>
              <a:t>USP*</a:t>
            </a:r>
            <a:r>
              <a:rPr lang="en-US" sz="1050" dirty="0">
                <a:solidFill>
                  <a:sysClr val="windowText" lastClr="000000"/>
                </a:solidFill>
              </a:rPr>
              <a:t>; features, costs, scalability, time to market, </a:t>
            </a:r>
            <a:r>
              <a:rPr lang="en-US" sz="1050" dirty="0" err="1">
                <a:solidFill>
                  <a:sysClr val="windowText" lastClr="000000"/>
                </a:solidFill>
              </a:rPr>
              <a:t>UX,etc</a:t>
            </a:r>
            <a:r>
              <a:rPr lang="en-US" sz="1050" dirty="0">
                <a:solidFill>
                  <a:sysClr val="windowText" lastClr="000000"/>
                </a:solidFill>
              </a:rPr>
              <a:t>)?</a:t>
            </a:r>
          </a:p>
          <a:p>
            <a:r>
              <a:rPr lang="en-US" sz="1050" dirty="0">
                <a:solidFill>
                  <a:sysClr val="windowText" lastClr="000000"/>
                </a:solidFill>
              </a:rPr>
              <a:t>Describe the key features and unique benefits of the solution/ product. (</a:t>
            </a:r>
            <a:r>
              <a:rPr lang="en-US" sz="1050" b="1" dirty="0">
                <a:solidFill>
                  <a:sysClr val="windowText" lastClr="000000"/>
                </a:solidFill>
              </a:rPr>
              <a:t>Supported with use case diagrams</a:t>
            </a:r>
            <a:r>
              <a:rPr lang="en-US" sz="1050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en-US" sz="1050" b="1" dirty="0">
                <a:solidFill>
                  <a:sysClr val="windowText" lastClr="000000"/>
                </a:solidFill>
              </a:rPr>
              <a:t>A detailed solution demo explaining the Proof of Concept (PoC)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1FA658-8901-4DD9-807F-010181303D84}"/>
              </a:ext>
            </a:extLst>
          </p:cNvPr>
          <p:cNvSpPr/>
          <p:nvPr/>
        </p:nvSpPr>
        <p:spPr>
          <a:xfrm>
            <a:off x="3355552" y="5092835"/>
            <a:ext cx="7693742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50" dirty="0">
                <a:solidFill>
                  <a:sysClr val="windowText" lastClr="000000"/>
                </a:solidFill>
              </a:rPr>
              <a:t>Demonstrate a clear roadmap for solution including the market launch.</a:t>
            </a:r>
          </a:p>
          <a:p>
            <a:r>
              <a:rPr lang="en-US" sz="1050" dirty="0">
                <a:solidFill>
                  <a:sysClr val="windowText" lastClr="000000"/>
                </a:solidFill>
              </a:rPr>
              <a:t>Can it be </a:t>
            </a:r>
            <a:r>
              <a:rPr lang="en-US" sz="1050" b="1" dirty="0">
                <a:solidFill>
                  <a:sysClr val="windowText" lastClr="000000"/>
                </a:solidFill>
              </a:rPr>
              <a:t>replicated </a:t>
            </a:r>
            <a:r>
              <a:rPr lang="en-US" sz="1050" dirty="0">
                <a:solidFill>
                  <a:sysClr val="windowText" lastClr="000000"/>
                </a:solidFill>
              </a:rPr>
              <a:t>with a similar customer in another industry/segment?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E6E81-909C-4C94-B037-1E925919CBCB}"/>
              </a:ext>
            </a:extLst>
          </p:cNvPr>
          <p:cNvSpPr txBox="1"/>
          <p:nvPr/>
        </p:nvSpPr>
        <p:spPr>
          <a:xfrm>
            <a:off x="826265" y="5982159"/>
            <a:ext cx="4494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200" i="1" dirty="0"/>
              <a:t>*Unique Selling Proposition</a:t>
            </a:r>
            <a:endParaRPr lang="en-IN" sz="12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C4ABB1-0722-A317-53CE-6D2A8082448E}"/>
              </a:ext>
            </a:extLst>
          </p:cNvPr>
          <p:cNvSpPr txBox="1"/>
          <p:nvPr/>
        </p:nvSpPr>
        <p:spPr>
          <a:xfrm>
            <a:off x="647272" y="3594817"/>
            <a:ext cx="10222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>
                <a:highlight>
                  <a:srgbClr val="FFFF00"/>
                </a:highlight>
              </a:rPr>
              <a:t>Students approach on solution building will revolve around the below pointers</a:t>
            </a:r>
          </a:p>
        </p:txBody>
      </p:sp>
    </p:spTree>
    <p:extLst>
      <p:ext uri="{BB962C8B-B14F-4D97-AF65-F5344CB8AC3E}">
        <p14:creationId xmlns:p14="http://schemas.microsoft.com/office/powerpoint/2010/main" val="1622309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215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Georgia</vt:lpstr>
      <vt:lpstr>Office Theme</vt:lpstr>
      <vt:lpstr>Solution Presentation Template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Presentation Template  </dc:title>
  <dc:creator>Bhavana Pappireddy</dc:creator>
  <cp:lastModifiedBy>Bhavana Pappireddy</cp:lastModifiedBy>
  <cp:revision>1</cp:revision>
  <dcterms:created xsi:type="dcterms:W3CDTF">2025-02-04T11:06:39Z</dcterms:created>
  <dcterms:modified xsi:type="dcterms:W3CDTF">2025-02-04T11:11:05Z</dcterms:modified>
</cp:coreProperties>
</file>